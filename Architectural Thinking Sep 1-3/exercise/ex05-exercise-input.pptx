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48" r:id="rId1"/>
  </p:sldMasterIdLst>
  <p:notesMasterIdLst>
    <p:notesMasterId r:id="rId4"/>
  </p:notesMasterIdLst>
  <p:handoutMasterIdLst>
    <p:handoutMasterId r:id="rId5"/>
  </p:handoutMasterIdLst>
  <p:sldIdLst>
    <p:sldId id="375" r:id="rId2"/>
    <p:sldId id="378" r:id="rId3"/>
  </p:sldIdLst>
  <p:sldSz cx="9144000" cy="6858000" type="screen4x3"/>
  <p:notesSz cx="6858000" cy="9144000"/>
  <p:custDataLst>
    <p:tags r:id="rId6"/>
  </p:custDataLst>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SimSun"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SimSun"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SimSun"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SimSun"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4224">
          <p15:clr>
            <a:srgbClr val="A4A3A4"/>
          </p15:clr>
        </p15:guide>
        <p15:guide id="2" orient="horz" pos="434">
          <p15:clr>
            <a:srgbClr val="A4A3A4"/>
          </p15:clr>
        </p15:guide>
        <p15:guide id="3" pos="315">
          <p15:clr>
            <a:srgbClr val="A4A3A4"/>
          </p15:clr>
        </p15:guide>
        <p15:guide id="4" pos="19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FF"/>
    <a:srgbClr val="A613A0"/>
    <a:srgbClr val="C071C3"/>
    <a:srgbClr val="336699"/>
    <a:srgbClr val="800080"/>
    <a:srgbClr val="009900"/>
    <a:srgbClr val="FF0000"/>
    <a:srgbClr val="CBF8FD"/>
    <a:srgbClr val="003399"/>
    <a:srgbClr val="5FE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82" autoAdjust="0"/>
    <p:restoredTop sz="95141" autoAdjust="0"/>
  </p:normalViewPr>
  <p:slideViewPr>
    <p:cSldViewPr snapToGrid="0">
      <p:cViewPr varScale="1">
        <p:scale>
          <a:sx n="115" d="100"/>
          <a:sy n="115" d="100"/>
        </p:scale>
        <p:origin x="1464" y="192"/>
      </p:cViewPr>
      <p:guideLst>
        <p:guide orient="horz" pos="4224"/>
        <p:guide orient="horz" pos="434"/>
        <p:guide pos="315"/>
        <p:guide pos="190"/>
      </p:guideLst>
    </p:cSldViewPr>
  </p:slideViewPr>
  <p:outlineViewPr>
    <p:cViewPr>
      <p:scale>
        <a:sx n="33" d="100"/>
        <a:sy n="33" d="100"/>
      </p:scale>
      <p:origin x="0" y="6228"/>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2580" y="15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81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cs typeface="Times New Roman" pitchFamily="18" charset="0"/>
              </a:defRPr>
            </a:lvl1pPr>
          </a:lstStyle>
          <a:p>
            <a:pPr>
              <a:defRPr/>
            </a:pPr>
            <a:endParaRPr lang="en-US"/>
          </a:p>
        </p:txBody>
      </p:sp>
      <p:sp>
        <p:nvSpPr>
          <p:cNvPr id="17817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cs typeface="Times New Roman" pitchFamily="18" charset="0"/>
              </a:defRPr>
            </a:lvl1pPr>
          </a:lstStyle>
          <a:p>
            <a:pPr>
              <a:defRPr/>
            </a:pPr>
            <a:endParaRPr lang="en-US"/>
          </a:p>
        </p:txBody>
      </p:sp>
      <p:sp>
        <p:nvSpPr>
          <p:cNvPr id="17818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cs typeface="Times New Roman" pitchFamily="18" charset="0"/>
              </a:defRPr>
            </a:lvl1pPr>
          </a:lstStyle>
          <a:p>
            <a:pPr>
              <a:defRPr/>
            </a:pPr>
            <a:r>
              <a:rPr lang="en-US"/>
              <a:t>Introduction to Architectural Thinking</a:t>
            </a:r>
          </a:p>
        </p:txBody>
      </p:sp>
      <p:sp>
        <p:nvSpPr>
          <p:cNvPr id="17818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cs typeface="Times New Roman" panose="02020603050405020304" pitchFamily="18" charset="0"/>
              </a:defRPr>
            </a:lvl1pPr>
          </a:lstStyle>
          <a:p>
            <a:pPr>
              <a:defRPr/>
            </a:pPr>
            <a:fld id="{E44F8EFB-9FD2-4CD2-A561-C94A9B8A26FE}" type="slidenum">
              <a:rPr lang="en-US" altLang="en-US"/>
              <a:pPr>
                <a:defRPr/>
              </a:pPr>
              <a:t>‹#›</a:t>
            </a:fld>
            <a:endParaRPr lang="en-US" altLang="en-US"/>
          </a:p>
        </p:txBody>
      </p:sp>
    </p:spTree>
    <p:extLst>
      <p:ext uri="{BB962C8B-B14F-4D97-AF65-F5344CB8AC3E}">
        <p14:creationId xmlns:p14="http://schemas.microsoft.com/office/powerpoint/2010/main" val="41323838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cs typeface="Times New Roman" pitchFamily="18" charset="0"/>
              </a:defRPr>
            </a:lvl1pPr>
          </a:lstStyle>
          <a:p>
            <a:pPr>
              <a:defRPr/>
            </a:pPr>
            <a:endParaRPr lang="en-US" altLang="zh-CN"/>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cs typeface="Times New Roman" pitchFamily="18" charset="0"/>
              </a:defRPr>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latin typeface="Arial" pitchFamily="34" charset="0"/>
                <a:ea typeface="+mn-ea"/>
                <a:cs typeface="Times New Roman" pitchFamily="18" charset="0"/>
              </a:defRPr>
            </a:lvl1pPr>
          </a:lstStyle>
          <a:p>
            <a:pPr>
              <a:defRPr/>
            </a:pPr>
            <a:r>
              <a:rPr lang="zh-CN" altLang="en-US"/>
              <a:t>Introduction to Architectural Thinking</a:t>
            </a:r>
            <a:endParaRPr lang="en-US" altLang="zh-CN"/>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cs typeface="Times New Roman" panose="02020603050405020304" pitchFamily="18" charset="0"/>
              </a:defRPr>
            </a:lvl1pPr>
          </a:lstStyle>
          <a:p>
            <a:pPr>
              <a:defRPr/>
            </a:pPr>
            <a:fld id="{914BEF20-0A84-44D1-BFC0-3F3805D47B9C}" type="slidenum">
              <a:rPr lang="zh-CN" altLang="en-US"/>
              <a:pPr>
                <a:defRPr/>
              </a:pPr>
              <a:t>‹#›</a:t>
            </a:fld>
            <a:endParaRPr lang="en-US" altLang="zh-CN"/>
          </a:p>
        </p:txBody>
      </p:sp>
    </p:spTree>
    <p:extLst>
      <p:ext uri="{BB962C8B-B14F-4D97-AF65-F5344CB8AC3E}">
        <p14:creationId xmlns:p14="http://schemas.microsoft.com/office/powerpoint/2010/main" val="4128955457"/>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pitchFamily="34" charset="0"/>
        <a:ea typeface="+mn-ea"/>
        <a:cs typeface="Times New Roman" pitchFamily="18" charset="0"/>
      </a:defRPr>
    </a:lvl1pPr>
    <a:lvl2pPr marL="457200" algn="l" rtl="0" eaLnBrk="0" fontAlgn="base" hangingPunct="0">
      <a:spcBef>
        <a:spcPct val="30000"/>
      </a:spcBef>
      <a:spcAft>
        <a:spcPct val="0"/>
      </a:spcAft>
      <a:defRPr sz="1000" kern="1200">
        <a:solidFill>
          <a:schemeClr val="tx1"/>
        </a:solidFill>
        <a:latin typeface="Arial" pitchFamily="34" charset="0"/>
        <a:ea typeface="+mn-ea"/>
        <a:cs typeface="Times New Roman" pitchFamily="18" charset="0"/>
      </a:defRPr>
    </a:lvl2pPr>
    <a:lvl3pPr marL="914400" algn="l" rtl="0" eaLnBrk="0" fontAlgn="base" hangingPunct="0">
      <a:spcBef>
        <a:spcPct val="30000"/>
      </a:spcBef>
      <a:spcAft>
        <a:spcPct val="0"/>
      </a:spcAft>
      <a:defRPr sz="1000" kern="1200">
        <a:solidFill>
          <a:schemeClr val="tx1"/>
        </a:solidFill>
        <a:latin typeface="Arial" pitchFamily="34" charset="0"/>
        <a:ea typeface="+mn-ea"/>
        <a:cs typeface="Times New Roman" pitchFamily="18" charset="0"/>
      </a:defRPr>
    </a:lvl3pPr>
    <a:lvl4pPr marL="1371600" algn="l" rtl="0" eaLnBrk="0" fontAlgn="base" hangingPunct="0">
      <a:spcBef>
        <a:spcPct val="30000"/>
      </a:spcBef>
      <a:spcAft>
        <a:spcPct val="0"/>
      </a:spcAft>
      <a:defRPr sz="1000" kern="1200">
        <a:solidFill>
          <a:schemeClr val="tx1"/>
        </a:solidFill>
        <a:latin typeface="Arial" pitchFamily="34" charset="0"/>
        <a:ea typeface="+mn-ea"/>
        <a:cs typeface="Times New Roman" pitchFamily="18" charset="0"/>
      </a:defRPr>
    </a:lvl4pPr>
    <a:lvl5pPr marL="1828800" algn="l" rtl="0" eaLnBrk="0" fontAlgn="base" hangingPunct="0">
      <a:spcBef>
        <a:spcPct val="30000"/>
      </a:spcBef>
      <a:spcAft>
        <a:spcPct val="0"/>
      </a:spcAft>
      <a:defRPr sz="1000" kern="1200">
        <a:solidFill>
          <a:schemeClr val="tx1"/>
        </a:solidFill>
        <a:latin typeface="Arial" pitchFamily="34"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hyperlink" Target="http://www.ibm.com/legal/copytrade.shtml"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937125"/>
            <a:ext cx="9144000" cy="8842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p:cNvSpPr/>
          <p:nvPr userDrawn="1"/>
        </p:nvSpPr>
        <p:spPr>
          <a:xfrm>
            <a:off x="0" y="5880100"/>
            <a:ext cx="9144000" cy="355600"/>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ubtitle 2"/>
          <p:cNvSpPr txBox="1">
            <a:spLocks/>
          </p:cNvSpPr>
          <p:nvPr userDrawn="1"/>
        </p:nvSpPr>
        <p:spPr>
          <a:xfrm>
            <a:off x="1773238" y="5935663"/>
            <a:ext cx="2487612" cy="242887"/>
          </a:xfrm>
          <a:prstGeom prst="rect">
            <a:avLst/>
          </a:prstGeom>
        </p:spPr>
        <p:txBody>
          <a:bodyPr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t>Architectural Thinking</a:t>
            </a:r>
          </a:p>
        </p:txBody>
      </p:sp>
      <p:sp>
        <p:nvSpPr>
          <p:cNvPr id="7" name="Subtitle 2"/>
          <p:cNvSpPr txBox="1">
            <a:spLocks/>
          </p:cNvSpPr>
          <p:nvPr userDrawn="1"/>
        </p:nvSpPr>
        <p:spPr>
          <a:xfrm>
            <a:off x="309563" y="5929313"/>
            <a:ext cx="1181100" cy="255587"/>
          </a:xfrm>
          <a:prstGeom prst="rect">
            <a:avLst/>
          </a:prstGeom>
        </p:spPr>
        <p:txBody>
          <a:bodyPr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t>Version 7.0</a:t>
            </a:r>
          </a:p>
        </p:txBody>
      </p:sp>
      <p:sp>
        <p:nvSpPr>
          <p:cNvPr id="8" name="Subtitle 2"/>
          <p:cNvSpPr txBox="1">
            <a:spLocks/>
          </p:cNvSpPr>
          <p:nvPr userDrawn="1"/>
        </p:nvSpPr>
        <p:spPr>
          <a:xfrm>
            <a:off x="307975" y="207963"/>
            <a:ext cx="2487613" cy="239712"/>
          </a:xfrm>
          <a:prstGeom prst="rect">
            <a:avLst/>
          </a:prstGeom>
        </p:spPr>
        <p:txBody>
          <a:bodyPr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solidFill>
                  <a:srgbClr val="003E68"/>
                </a:solidFill>
              </a:rPr>
              <a:t>Architectural Thinking</a:t>
            </a:r>
          </a:p>
        </p:txBody>
      </p:sp>
      <p:pic>
        <p:nvPicPr>
          <p:cNvPr id="9" name="Picture 1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45375" y="4892675"/>
            <a:ext cx="1393825" cy="139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302625" y="285750"/>
            <a:ext cx="557213"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09880" y="5062379"/>
            <a:ext cx="5450840" cy="634683"/>
          </a:xfrm>
        </p:spPr>
        <p:txBody>
          <a:bodyPr>
            <a:normAutofit/>
          </a:bodyPr>
          <a:lstStyle>
            <a:lvl1pPr algn="l">
              <a:defRPr sz="2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3100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ext Box 3"/>
          <p:cNvSpPr txBox="1">
            <a:spLocks noChangeArrowheads="1"/>
          </p:cNvSpPr>
          <p:nvPr userDrawn="1"/>
        </p:nvSpPr>
        <p:spPr bwMode="auto">
          <a:xfrm>
            <a:off x="3113088" y="1655763"/>
            <a:ext cx="2743200" cy="430212"/>
          </a:xfrm>
          <a:prstGeom prst="rect">
            <a:avLst/>
          </a:prstGeom>
          <a:solidFill>
            <a:srgbClr val="FFFF00"/>
          </a:solidFill>
          <a:ln w="12700">
            <a:solidFill>
              <a:srgbClr val="000000"/>
            </a:solidFill>
            <a:miter lim="800000"/>
            <a:headEnd type="none" w="sm" len="sm"/>
            <a:tailEnd type="none" w="sm" len="sm"/>
          </a:ln>
        </p:spPr>
        <p:txBody>
          <a:bodyPr wrap="none" lIns="82048" tIns="41025" rIns="82048" bIns="41025">
            <a:spAutoFit/>
          </a:bodyPr>
          <a:lstStyle>
            <a:lvl1pPr defTabSz="800100">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defTabSz="80010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defTabSz="8001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defTabSz="8001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defTabSz="8001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eaLnBrk="1" hangingPunct="1">
              <a:lnSpc>
                <a:spcPct val="100000"/>
              </a:lnSpc>
              <a:spcBef>
                <a:spcPct val="0"/>
              </a:spcBef>
              <a:buFontTx/>
              <a:buNone/>
              <a:defRPr/>
            </a:pPr>
            <a:r>
              <a:rPr lang="en-US" altLang="en-US" sz="2200" dirty="0">
                <a:cs typeface="Times New Roman" panose="02020603050405020304" pitchFamily="18" charset="0"/>
              </a:rPr>
              <a:t>Time for a question</a:t>
            </a:r>
          </a:p>
        </p:txBody>
      </p:sp>
      <p:pic>
        <p:nvPicPr>
          <p:cNvPr id="5" name="Picture 7" descr="Lightbulb_yellow"/>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86000" y="1335088"/>
            <a:ext cx="62706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descr="Lightbulb_yellow"/>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43600" y="1352550"/>
            <a:ext cx="625475"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223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4"/>
          <p:cNvSpPr txBox="1">
            <a:spLocks/>
          </p:cNvSpPr>
          <p:nvPr userDrawn="1"/>
        </p:nvSpPr>
        <p:spPr>
          <a:xfrm>
            <a:off x="2106613" y="6405563"/>
            <a:ext cx="5118100"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IBM Confidential © IBM Corporation 2016</a:t>
            </a:r>
            <a:endParaRPr lang="zh-CN" altLang="en-US" dirty="0"/>
          </a:p>
        </p:txBody>
      </p:sp>
      <p:sp>
        <p:nvSpPr>
          <p:cNvPr id="9"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400456B8-5182-4282-9CA6-49819668864F}"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dirty="0">
              <a:solidFill>
                <a:srgbClr val="003E68"/>
              </a:solidFill>
              <a:ea typeface="SimSun" panose="02010600030101010101" pitchFamily="2" charset="-122"/>
              <a:cs typeface="Arial" panose="020B0604020202020204" pitchFamily="34" charset="0"/>
            </a:endParaRPr>
          </a:p>
        </p:txBody>
      </p:sp>
      <p:sp>
        <p:nvSpPr>
          <p:cNvPr id="10" name="Footer Placeholder 4"/>
          <p:cNvSpPr txBox="1">
            <a:spLocks/>
          </p:cNvSpPr>
          <p:nvPr userDrawn="1"/>
        </p:nvSpPr>
        <p:spPr>
          <a:xfrm>
            <a:off x="619125" y="6403975"/>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a:t>
            </a:r>
            <a:endParaRPr lang="zh-CN" altLang="en-US" dirty="0"/>
          </a:p>
        </p:txBody>
      </p:sp>
      <p:sp>
        <p:nvSpPr>
          <p:cNvPr id="11" name="Rectangle 10"/>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2" name="Picture 8"/>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320040" y="2651760"/>
            <a:ext cx="8510016" cy="3453205"/>
          </a:xfrm>
        </p:spPr>
        <p:txBody>
          <a:bodyPr>
            <a:normAutofit/>
          </a:bodyPr>
          <a:lstStyle>
            <a:lvl1pPr>
              <a:buClr>
                <a:srgbClr val="00669E"/>
              </a:buClr>
              <a:defRPr sz="1400"/>
            </a:lvl1pPr>
            <a:lvl2pPr>
              <a:buClr>
                <a:srgbClr val="00669E"/>
              </a:buClr>
              <a:defRPr sz="1400"/>
            </a:lvl2pPr>
            <a:lvl3pPr>
              <a:buClr>
                <a:srgbClr val="00669E"/>
              </a:buClr>
              <a:defRPr sz="1400"/>
            </a:lvl3pPr>
            <a:lvl4pPr>
              <a:buClr>
                <a:srgbClr val="00669E"/>
              </a:buClr>
              <a:defRPr sz="1400"/>
            </a:lvl4pPr>
            <a:lvl5pPr>
              <a:buClr>
                <a:srgbClr val="00669E"/>
              </a:buCl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89625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5"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txBox="1">
            <a:spLocks/>
          </p:cNvSpPr>
          <p:nvPr userDrawn="1"/>
        </p:nvSpPr>
        <p:spPr>
          <a:xfrm>
            <a:off x="304800" y="6391275"/>
            <a:ext cx="993775" cy="365125"/>
          </a:xfrm>
          <a:prstGeom prst="rect">
            <a:avLst/>
          </a:prstGeom>
        </p:spPr>
        <p:txBody>
          <a:bodyPr anchor="b"/>
          <a:lstStyle>
            <a:lvl1pPr eaLnBrk="0" hangingPunct="0">
              <a:defRPr sz="2400">
                <a:solidFill>
                  <a:schemeClr val="tx1"/>
                </a:solidFill>
                <a:latin typeface="Arial" panose="020B0604020202020204" pitchFamily="34" charset="0"/>
                <a:ea typeface="SimSun" panose="02010600030101010101" pitchFamily="2" charset="-122"/>
              </a:defRPr>
            </a:lvl1pPr>
            <a:lvl2pPr marL="742950" indent="-285750" eaLnBrk="0" hangingPunct="0">
              <a:defRPr sz="2400">
                <a:solidFill>
                  <a:schemeClr val="tx1"/>
                </a:solidFill>
                <a:latin typeface="Arial" panose="020B0604020202020204" pitchFamily="34" charset="0"/>
                <a:ea typeface="SimSun" panose="02010600030101010101" pitchFamily="2" charset="-122"/>
              </a:defRPr>
            </a:lvl2pPr>
            <a:lvl3pPr marL="1143000" indent="-228600" eaLnBrk="0" hangingPunct="0">
              <a:defRPr sz="2400">
                <a:solidFill>
                  <a:schemeClr val="tx1"/>
                </a:solidFill>
                <a:latin typeface="Arial" panose="020B0604020202020204" pitchFamily="34" charset="0"/>
                <a:ea typeface="SimSun" panose="02010600030101010101" pitchFamily="2" charset="-122"/>
              </a:defRPr>
            </a:lvl3pPr>
            <a:lvl4pPr marL="1600200" indent="-228600" eaLnBrk="0" hangingPunct="0">
              <a:defRPr sz="2400">
                <a:solidFill>
                  <a:schemeClr val="tx1"/>
                </a:solidFill>
                <a:latin typeface="Arial" panose="020B0604020202020204" pitchFamily="34" charset="0"/>
                <a:ea typeface="SimSun" panose="02010600030101010101" pitchFamily="2" charset="-122"/>
              </a:defRPr>
            </a:lvl4pPr>
            <a:lvl5pPr marL="2057400" indent="-228600" eaLnBrk="0" hangingPunct="0">
              <a:defRPr sz="2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9pPr>
          </a:lstStyle>
          <a:p>
            <a:pPr eaLnBrk="1" hangingPunct="1">
              <a:defRPr/>
            </a:pPr>
            <a:fld id="{0D54E8ED-4946-4947-BC11-5FE559076A9F}" type="slidenum">
              <a:rPr lang="en-US" altLang="en-US" sz="900" smtClean="0">
                <a:solidFill>
                  <a:srgbClr val="003E68"/>
                </a:solidFill>
                <a:cs typeface="Arial" panose="020B0604020202020204" pitchFamily="34" charset="0"/>
              </a:rPr>
              <a:pPr eaLnBrk="1" hangingPunct="1">
                <a:defRPr/>
              </a:pPr>
              <a:t>‹#›</a:t>
            </a:fld>
            <a:endParaRPr lang="en-US" altLang="en-US" sz="900">
              <a:solidFill>
                <a:srgbClr val="003E68"/>
              </a:solidFill>
              <a:cs typeface="Arial" panose="020B0604020202020204" pitchFamily="34" charset="0"/>
            </a:endParaRPr>
          </a:p>
        </p:txBody>
      </p:sp>
      <p:pic>
        <p:nvPicPr>
          <p:cNvPr id="7"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858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4"/>
          <p:cNvSpPr txBox="1">
            <a:spLocks/>
          </p:cNvSpPr>
          <p:nvPr userDrawn="1"/>
        </p:nvSpPr>
        <p:spPr>
          <a:xfrm>
            <a:off x="3962400" y="6337300"/>
            <a:ext cx="3881438" cy="430213"/>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sz="990" dirty="0">
                <a:cs typeface="Arial" panose="020B0604020202020204" pitchFamily="34" charset="0"/>
              </a:rPr>
              <a:t>IBM Confidential © IBM Corporation 2016</a:t>
            </a:r>
            <a:endParaRPr lang="zh-CN" altLang="en-US" sz="990" dirty="0">
              <a:cs typeface="Arial" panose="020B0604020202020204" pitchFamily="34" charset="0"/>
            </a:endParaRPr>
          </a:p>
        </p:txBody>
      </p:sp>
      <p:sp>
        <p:nvSpPr>
          <p:cNvPr id="9" name="Footer Placeholder 4"/>
          <p:cNvSpPr txBox="1">
            <a:spLocks/>
          </p:cNvSpPr>
          <p:nvPr userDrawn="1"/>
        </p:nvSpPr>
        <p:spPr>
          <a:xfrm>
            <a:off x="269875" y="6345238"/>
            <a:ext cx="4051300" cy="404812"/>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sz="990" dirty="0">
                <a:cs typeface="Arial" panose="020B0604020202020204" pitchFamily="34" charset="0"/>
              </a:rPr>
              <a:t>Architectural Thinking</a:t>
            </a:r>
            <a:endParaRPr lang="zh-CN" altLang="en-US" sz="990" dirty="0">
              <a:cs typeface="Arial" panose="020B0604020202020204" pitchFamily="34" charset="0"/>
            </a:endParaRPr>
          </a:p>
        </p:txBody>
      </p:sp>
      <p:sp>
        <p:nvSpPr>
          <p:cNvPr id="2" name="Title 1"/>
          <p:cNvSpPr>
            <a:spLocks noGrp="1"/>
          </p:cNvSpPr>
          <p:nvPr>
            <p:ph type="title"/>
          </p:nvPr>
        </p:nvSpPr>
        <p:spPr>
          <a:xfrm>
            <a:off x="304800" y="0"/>
            <a:ext cx="6685280" cy="777239"/>
          </a:xfrm>
        </p:spPr>
        <p:txBody>
          <a:bodyPr>
            <a:normAutofit/>
          </a:bodyPr>
          <a:lstStyle>
            <a:lvl1pPr>
              <a:defRPr sz="20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304800" y="1144905"/>
            <a:ext cx="8510016" cy="4351338"/>
          </a:xfrm>
        </p:spPr>
        <p:txBody>
          <a:bodyPr>
            <a:normAutofit/>
          </a:bodyPr>
          <a:lstStyle>
            <a:lvl1pPr>
              <a:buClr>
                <a:srgbClr val="00669E"/>
              </a:buClr>
              <a:defRPr sz="1400"/>
            </a:lvl1pPr>
            <a:lvl2pPr>
              <a:buClr>
                <a:srgbClr val="00669E"/>
              </a:buClr>
              <a:defRPr sz="1400"/>
            </a:lvl2pPr>
            <a:lvl3pPr>
              <a:buClr>
                <a:srgbClr val="00669E"/>
              </a:buClr>
              <a:defRPr sz="1400"/>
            </a:lvl3pPr>
            <a:lvl4pPr>
              <a:buClr>
                <a:srgbClr val="00669E"/>
              </a:buClr>
              <a:defRPr sz="1400"/>
            </a:lvl4pPr>
            <a:lvl5pPr>
              <a:buClr>
                <a:srgbClr val="00669E"/>
              </a:buCl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5919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Rectangle 1"/>
          <p:cNvSpPr/>
          <p:nvPr userDrawn="1"/>
        </p:nvSpPr>
        <p:spPr>
          <a:xfrm>
            <a:off x="0" y="3038475"/>
            <a:ext cx="9144000" cy="1090613"/>
          </a:xfrm>
          <a:prstGeom prst="rect">
            <a:avLst/>
          </a:prstGeom>
          <a:solidFill>
            <a:srgbClr val="0F49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3"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72375" y="3040063"/>
            <a:ext cx="10541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0"/>
            <a:ext cx="9144000" cy="1276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5"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223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p:cNvSpPr txBox="1">
            <a:spLocks/>
          </p:cNvSpPr>
          <p:nvPr userDrawn="1"/>
        </p:nvSpPr>
        <p:spPr>
          <a:xfrm>
            <a:off x="2106613" y="6405563"/>
            <a:ext cx="5118100"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IBM Confidential © IBM Corporation 2016</a:t>
            </a:r>
            <a:endParaRPr lang="zh-CN" altLang="en-US" dirty="0"/>
          </a:p>
        </p:txBody>
      </p:sp>
      <p:sp>
        <p:nvSpPr>
          <p:cNvPr id="7"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BE673F3D-67A8-4788-B7FF-C7A75B2FFC3A}"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a:solidFill>
                <a:srgbClr val="003E68"/>
              </a:solidFill>
              <a:ea typeface="SimSun" panose="02010600030101010101" pitchFamily="2" charset="-122"/>
              <a:cs typeface="Arial" panose="020B0604020202020204" pitchFamily="34" charset="0"/>
            </a:endParaRPr>
          </a:p>
        </p:txBody>
      </p:sp>
      <p:sp>
        <p:nvSpPr>
          <p:cNvPr id="8" name="Footer Placeholder 4"/>
          <p:cNvSpPr txBox="1">
            <a:spLocks/>
          </p:cNvSpPr>
          <p:nvPr userDrawn="1"/>
        </p:nvSpPr>
        <p:spPr>
          <a:xfrm>
            <a:off x="619125" y="6403975"/>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a:t>
            </a:r>
            <a:endParaRPr lang="zh-CN" altLang="en-US" dirty="0"/>
          </a:p>
        </p:txBody>
      </p:sp>
      <p:sp>
        <p:nvSpPr>
          <p:cNvPr id="9" name="object 3"/>
          <p:cNvSpPr txBox="1">
            <a:spLocks noChangeArrowheads="1"/>
          </p:cNvSpPr>
          <p:nvPr userDrawn="1"/>
        </p:nvSpPr>
        <p:spPr bwMode="auto">
          <a:xfrm>
            <a:off x="385763" y="4273550"/>
            <a:ext cx="7918450" cy="199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defRPr/>
            </a:pPr>
            <a:r>
              <a:rPr lang="en-US" sz="1000" dirty="0"/>
              <a:t>IBM, the IBM logo, and ibm.com are trademarks or registered trademarks of International Business Machines Corporation in the United States, other countries, or both. If these and other IBM trademarked terms are marked on their first occurrence in this information with a trademark symbol (® or ™), these symbols indicate U.S. registered or common law trademarks owned by IBM at the time this information was published. Such trademarks may also be registered or common law trademarks in other countries. A current list of IBM trademarks is available on the Web at "</a:t>
            </a:r>
            <a:r>
              <a:rPr lang="en-US" sz="1000" dirty="0">
                <a:hlinkClick r:id="rId4"/>
              </a:rPr>
              <a:t>Copyright and trademark information</a:t>
            </a:r>
            <a:r>
              <a:rPr lang="en-US" sz="1000" dirty="0"/>
              <a:t>.“ Java and all Java-based trademarks and logos are trademarks or registered trademarks of Oracle and its affiliates.</a:t>
            </a:r>
          </a:p>
          <a:p>
            <a:pPr>
              <a:defRPr/>
            </a:pPr>
            <a:endParaRPr lang="en-US" sz="1000" dirty="0"/>
          </a:p>
          <a:p>
            <a:pPr>
              <a:defRPr/>
            </a:pPr>
            <a:r>
              <a:rPr lang="en-US" sz="1000" dirty="0"/>
              <a:t>Linux is a trademark of Linus Torvalds in the United States, or other countries, or both. Microsoft, Excel, PowerPoint, Project, Visio, Word, and Windows are trademarks of the Microsoft Corporation in the United States, other countries, or both. UML is a registered trademark of Object Management Group, Inc. in the United States and/or other countries. TOGAF and UNIX are registered trademarks of The Open Group in the United States and other countries. Other company, product, and service names may be trademarks of IBM or other companies. Citrix is a trademark of Citrix Systems, Inc. and one or more of its subsidiaries, and may be registered in the United States Patent and Trademark Office and in other countries.</a:t>
            </a:r>
            <a:endParaRPr lang="en-US" altLang="en-US" sz="1000" dirty="0">
              <a:cs typeface="Arial" panose="020B0604020202020204" pitchFamily="34" charset="0"/>
            </a:endParaRPr>
          </a:p>
        </p:txBody>
      </p:sp>
    </p:spTree>
    <p:extLst>
      <p:ext uri="{BB962C8B-B14F-4D97-AF65-F5344CB8AC3E}">
        <p14:creationId xmlns:p14="http://schemas.microsoft.com/office/powerpoint/2010/main" val="989893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04800" y="6391275"/>
            <a:ext cx="993775" cy="365125"/>
          </a:xfrm>
          <a:prstGeom prst="rect">
            <a:avLst/>
          </a:prstGeom>
        </p:spPr>
        <p:txBody>
          <a:bodyPr anchor="b"/>
          <a:lstStyle>
            <a:lvl1pPr eaLnBrk="0" hangingPunct="0">
              <a:defRPr sz="2400">
                <a:solidFill>
                  <a:schemeClr val="tx1"/>
                </a:solidFill>
                <a:latin typeface="Arial" panose="020B0604020202020204" pitchFamily="34" charset="0"/>
                <a:ea typeface="SimSun" panose="02010600030101010101" pitchFamily="2" charset="-122"/>
              </a:defRPr>
            </a:lvl1pPr>
            <a:lvl2pPr marL="742950" indent="-285750" eaLnBrk="0" hangingPunct="0">
              <a:defRPr sz="2400">
                <a:solidFill>
                  <a:schemeClr val="tx1"/>
                </a:solidFill>
                <a:latin typeface="Arial" panose="020B0604020202020204" pitchFamily="34" charset="0"/>
                <a:ea typeface="SimSun" panose="02010600030101010101" pitchFamily="2" charset="-122"/>
              </a:defRPr>
            </a:lvl2pPr>
            <a:lvl3pPr marL="1143000" indent="-228600" eaLnBrk="0" hangingPunct="0">
              <a:defRPr sz="2400">
                <a:solidFill>
                  <a:schemeClr val="tx1"/>
                </a:solidFill>
                <a:latin typeface="Arial" panose="020B0604020202020204" pitchFamily="34" charset="0"/>
                <a:ea typeface="SimSun" panose="02010600030101010101" pitchFamily="2" charset="-122"/>
              </a:defRPr>
            </a:lvl3pPr>
            <a:lvl4pPr marL="1600200" indent="-228600" eaLnBrk="0" hangingPunct="0">
              <a:defRPr sz="2400">
                <a:solidFill>
                  <a:schemeClr val="tx1"/>
                </a:solidFill>
                <a:latin typeface="Arial" panose="020B0604020202020204" pitchFamily="34" charset="0"/>
                <a:ea typeface="SimSun" panose="02010600030101010101" pitchFamily="2" charset="-122"/>
              </a:defRPr>
            </a:lvl4pPr>
            <a:lvl5pPr marL="2057400" indent="-228600" eaLnBrk="0" hangingPunct="0">
              <a:defRPr sz="2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9pPr>
          </a:lstStyle>
          <a:p>
            <a:pPr eaLnBrk="1" hangingPunct="1">
              <a:defRPr/>
            </a:pPr>
            <a:fld id="{2A248D85-CA7B-49D6-97DE-5C593620DA9B}" type="slidenum">
              <a:rPr lang="en-US" altLang="en-US" sz="900" smtClean="0">
                <a:solidFill>
                  <a:srgbClr val="003E68"/>
                </a:solidFill>
                <a:cs typeface="Arial" panose="020B0604020202020204" pitchFamily="34" charset="0"/>
              </a:rPr>
              <a:pPr eaLnBrk="1" hangingPunct="1">
                <a:defRPr/>
              </a:pPr>
              <a:t>‹#›</a:t>
            </a:fld>
            <a:endParaRPr lang="en-US" altLang="en-US" sz="900">
              <a:solidFill>
                <a:srgbClr val="003E68"/>
              </a:solidFill>
              <a:cs typeface="Arial" panose="020B0604020202020204" pitchFamily="34" charset="0"/>
            </a:endParaRPr>
          </a:p>
        </p:txBody>
      </p:sp>
      <p:pic>
        <p:nvPicPr>
          <p:cNvPr id="8"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858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4"/>
          <p:cNvSpPr txBox="1">
            <a:spLocks/>
          </p:cNvSpPr>
          <p:nvPr userDrawn="1"/>
        </p:nvSpPr>
        <p:spPr>
          <a:xfrm>
            <a:off x="3962400" y="6337300"/>
            <a:ext cx="3881438" cy="430213"/>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sz="990" dirty="0">
                <a:cs typeface="Arial" panose="020B0604020202020204" pitchFamily="34" charset="0"/>
              </a:rPr>
              <a:t>IBM Confidential © IBM Corporation 2016</a:t>
            </a:r>
            <a:endParaRPr lang="zh-CN" altLang="en-US" sz="990" dirty="0">
              <a:cs typeface="Arial" panose="020B0604020202020204" pitchFamily="34" charset="0"/>
            </a:endParaRPr>
          </a:p>
        </p:txBody>
      </p:sp>
      <p:sp>
        <p:nvSpPr>
          <p:cNvPr id="11" name="Footer Placeholder 4"/>
          <p:cNvSpPr txBox="1">
            <a:spLocks/>
          </p:cNvSpPr>
          <p:nvPr userDrawn="1"/>
        </p:nvSpPr>
        <p:spPr>
          <a:xfrm>
            <a:off x="269875" y="6345238"/>
            <a:ext cx="4051300" cy="404812"/>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sz="990" dirty="0">
                <a:cs typeface="Arial" panose="020B0604020202020204" pitchFamily="34" charset="0"/>
              </a:rPr>
              <a:t>Architectural Thinking</a:t>
            </a:r>
            <a:endParaRPr lang="zh-CN" altLang="en-US" sz="990" dirty="0">
              <a:cs typeface="Arial" panose="020B0604020202020204" pitchFamily="34" charset="0"/>
            </a:endParaRPr>
          </a:p>
        </p:txBody>
      </p:sp>
      <p:sp>
        <p:nvSpPr>
          <p:cNvPr id="2" name="Title 1"/>
          <p:cNvSpPr>
            <a:spLocks noGrp="1"/>
          </p:cNvSpPr>
          <p:nvPr>
            <p:ph type="title"/>
          </p:nvPr>
        </p:nvSpPr>
        <p:spPr>
          <a:xfrm>
            <a:off x="304800" y="0"/>
            <a:ext cx="6685280" cy="777239"/>
          </a:xfrm>
        </p:spPr>
        <p:txBody>
          <a:bodyPr>
            <a:normAutofit/>
          </a:bodyPr>
          <a:lstStyle>
            <a:lvl1pPr>
              <a:defRPr sz="20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1144903"/>
            <a:ext cx="4023360" cy="5074920"/>
          </a:xfrm>
          <a:noFill/>
          <a:ln w="9525">
            <a:noFill/>
            <a:miter lim="800000"/>
            <a:headEnd/>
            <a:tailEnd/>
          </a:ln>
        </p:spPr>
        <p:txBody>
          <a:bodyPr/>
          <a:lstStyle>
            <a:lvl1pPr marL="0" indent="-228600" algn="l" rtl="0" eaLnBrk="0" fontAlgn="base" hangingPunct="0">
              <a:lnSpc>
                <a:spcPct val="90000"/>
              </a:lnSpc>
              <a:spcAft>
                <a:spcPct val="0"/>
              </a:spcAft>
              <a:buClr>
                <a:srgbClr val="00669E"/>
              </a:buClr>
              <a:buFont typeface="Arial" pitchFamily="34" charset="0"/>
              <a:buChar char="•"/>
              <a:defRPr lang="en-US" sz="2800" kern="1200" dirty="0">
                <a:solidFill>
                  <a:schemeClr val="tx1"/>
                </a:solidFill>
                <a:latin typeface="Arial" panose="020B0604020202020204" pitchFamily="34" charset="0"/>
                <a:ea typeface="+mn-ea"/>
                <a:cs typeface="Arial" panose="020B0604020202020204" pitchFamily="34" charset="0"/>
              </a:defRPr>
            </a:lvl1pPr>
            <a:lvl2pPr marL="457200" indent="0">
              <a:buClr>
                <a:srgbClr val="00669E"/>
              </a:buClr>
              <a:buNone/>
              <a:defRPr sz="1800"/>
            </a:lvl2pPr>
            <a:lvl3pPr marL="914400" indent="0">
              <a:buClr>
                <a:srgbClr val="00669E"/>
              </a:buClr>
              <a:buNone/>
              <a:defRPr sz="1800"/>
            </a:lvl3pPr>
            <a:lvl4pPr marL="1371600" indent="0">
              <a:buClr>
                <a:srgbClr val="00669E"/>
              </a:buClr>
              <a:buNone/>
              <a:defRPr sz="1800"/>
            </a:lvl4pPr>
            <a:lvl5pPr marL="1828800" indent="0">
              <a:buClr>
                <a:srgbClr val="00669E"/>
              </a:buClr>
              <a:buNone/>
              <a:defRPr sz="1800"/>
            </a:lvl5pPr>
          </a:lstStyle>
          <a:p>
            <a:pPr lvl="0"/>
            <a:r>
              <a:rPr lang="en-US" dirty="0"/>
              <a:t>Edit Master text styles</a:t>
            </a:r>
          </a:p>
        </p:txBody>
      </p:sp>
      <p:sp>
        <p:nvSpPr>
          <p:cNvPr id="10" name="Text Placeholder 9"/>
          <p:cNvSpPr>
            <a:spLocks noGrp="1"/>
          </p:cNvSpPr>
          <p:nvPr>
            <p:ph type="body" sz="quarter" idx="10"/>
          </p:nvPr>
        </p:nvSpPr>
        <p:spPr>
          <a:xfrm>
            <a:off x="4464424" y="1143000"/>
            <a:ext cx="4023360" cy="50749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9801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9863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anose="020B0604020202020204" pitchFamily="34" charset="0"/>
                <a:cs typeface="Arial" panose="020B0604020202020204" pitchFamily="34" charset="0"/>
              </a:defRPr>
            </a:lvl1pPr>
          </a:lstStyle>
          <a:p>
            <a:pPr>
              <a:defRPr/>
            </a:pPr>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anose="020B0604020202020204" pitchFamily="34" charset="0"/>
                <a:cs typeface="Arial" panose="020B0604020202020204" pitchFamily="34" charset="0"/>
              </a:defRPr>
            </a:lvl1pPr>
          </a:lstStyle>
          <a:p>
            <a:pPr>
              <a:defRPr/>
            </a:pPr>
            <a:r>
              <a:rPr lang="en-US"/>
              <a:t>IBM Confidential © Copyright IBM Corporation 2014. All rights reserved.</a:t>
            </a: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anose="020B0604020202020204" pitchFamily="34" charset="0"/>
              </a:defRPr>
            </a:lvl1pPr>
          </a:lstStyle>
          <a:p>
            <a:pPr>
              <a:defRPr/>
            </a:pPr>
            <a:fld id="{FF048D07-5698-448E-913B-51087A0B9687}" type="slidenum">
              <a:rPr lang="en-US" altLang="en-US"/>
              <a:pPr>
                <a:defRPr/>
              </a:pPr>
              <a:t>‹#›</a:t>
            </a:fld>
            <a:endParaRPr lang="en-US" altLang="en-US"/>
          </a:p>
        </p:txBody>
      </p:sp>
    </p:spTree>
    <p:custDataLst>
      <p:tags r:id="rId8"/>
    </p:custData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7" r:id="rId6"/>
  </p:sldLayoutIdLst>
  <p:hf hdr="0" dt="0"/>
  <p:txStyles>
    <p:titleStyle>
      <a:lvl1pPr algn="l" rtl="0" eaLnBrk="0" fontAlgn="base" hangingPunct="0">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solidFill>
            <a:schemeClr val="bg1"/>
          </a:solidFill>
          <a:ln>
            <a:noFill/>
          </a:ln>
          <a:effectLst/>
        </p:spPr>
      </p:sp>
      <p:pic>
        <p:nvPicPr>
          <p:cNvPr id="4" name="Picture 3">
            <a:extLst>
              <a:ext uri="{FF2B5EF4-FFF2-40B4-BE49-F238E27FC236}">
                <a16:creationId xmlns:a16="http://schemas.microsoft.com/office/drawing/2014/main" id="{C35EE27B-003B-456B-93F6-07618CC9949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38100" y="214281"/>
            <a:ext cx="8467799" cy="6143978"/>
          </a:xfrm>
          <a:prstGeom prst="rect">
            <a:avLst/>
          </a:prstGeom>
          <a:noFill/>
        </p:spPr>
      </p:pic>
      <p:sp>
        <p:nvSpPr>
          <p:cNvPr id="5" name="Rectangle 4">
            <a:extLst>
              <a:ext uri="{FF2B5EF4-FFF2-40B4-BE49-F238E27FC236}">
                <a16:creationId xmlns:a16="http://schemas.microsoft.com/office/drawing/2014/main" id="{515F4841-1ED1-4FE5-BAE9-00DE1942B4FD}"/>
              </a:ext>
            </a:extLst>
          </p:cNvPr>
          <p:cNvSpPr/>
          <p:nvPr/>
        </p:nvSpPr>
        <p:spPr>
          <a:xfrm>
            <a:off x="4470967" y="984748"/>
            <a:ext cx="1524000" cy="733778"/>
          </a:xfrm>
          <a:prstGeom prst="rect">
            <a:avLst/>
          </a:prstGeom>
          <a:solidFill>
            <a:schemeClr val="accent1"/>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050" dirty="0" err="1">
                <a:solidFill>
                  <a:schemeClr val="tx1"/>
                </a:solidFill>
              </a:rPr>
              <a:t>LN_help</a:t>
            </a:r>
            <a:r>
              <a:rPr lang="en-US" altLang="zh-CN" sz="1050" dirty="0">
                <a:solidFill>
                  <a:schemeClr val="tx1"/>
                </a:solidFill>
              </a:rPr>
              <a:t> desk</a:t>
            </a:r>
            <a:endParaRPr lang="zh-CN" altLang="en-US" sz="1050" dirty="0">
              <a:solidFill>
                <a:schemeClr val="tx1"/>
              </a:solidFill>
            </a:endParaRPr>
          </a:p>
        </p:txBody>
      </p:sp>
      <p:sp>
        <p:nvSpPr>
          <p:cNvPr id="7" name="Rectangle 6">
            <a:extLst>
              <a:ext uri="{FF2B5EF4-FFF2-40B4-BE49-F238E27FC236}">
                <a16:creationId xmlns:a16="http://schemas.microsoft.com/office/drawing/2014/main" id="{773FDFFD-CB9F-4A54-AFBE-88B425F49102}"/>
              </a:ext>
            </a:extLst>
          </p:cNvPr>
          <p:cNvSpPr/>
          <p:nvPr/>
        </p:nvSpPr>
        <p:spPr>
          <a:xfrm>
            <a:off x="4391946" y="2122104"/>
            <a:ext cx="925688" cy="1097844"/>
          </a:xfrm>
          <a:prstGeom prst="rect">
            <a:avLst/>
          </a:prstGeom>
          <a:solidFill>
            <a:schemeClr val="accent1"/>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100" dirty="0" err="1">
                <a:solidFill>
                  <a:schemeClr val="tx1"/>
                </a:solidFill>
              </a:rPr>
              <a:t>LN_Gateway</a:t>
            </a:r>
            <a:endParaRPr lang="zh-CN" altLang="en-US" sz="1100" dirty="0">
              <a:solidFill>
                <a:schemeClr val="tx1"/>
              </a:solidFill>
            </a:endParaRPr>
          </a:p>
        </p:txBody>
      </p:sp>
      <p:sp>
        <p:nvSpPr>
          <p:cNvPr id="10" name="Rectangle 9">
            <a:extLst>
              <a:ext uri="{FF2B5EF4-FFF2-40B4-BE49-F238E27FC236}">
                <a16:creationId xmlns:a16="http://schemas.microsoft.com/office/drawing/2014/main" id="{F9D1E28D-37DE-40B9-90C2-FEF434843294}"/>
              </a:ext>
            </a:extLst>
          </p:cNvPr>
          <p:cNvSpPr/>
          <p:nvPr/>
        </p:nvSpPr>
        <p:spPr>
          <a:xfrm>
            <a:off x="4391946" y="3626349"/>
            <a:ext cx="925688" cy="1137356"/>
          </a:xfrm>
          <a:prstGeom prst="rect">
            <a:avLst/>
          </a:prstGeom>
          <a:solidFill>
            <a:schemeClr val="accent1"/>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000" dirty="0" err="1">
                <a:solidFill>
                  <a:schemeClr val="tx1"/>
                </a:solidFill>
              </a:rPr>
              <a:t>LN_Device_Repulicatoin</a:t>
            </a:r>
            <a:r>
              <a:rPr lang="en-US" altLang="zh-CN" sz="1000" dirty="0">
                <a:solidFill>
                  <a:schemeClr val="tx1"/>
                </a:solidFill>
              </a:rPr>
              <a:t> Service</a:t>
            </a:r>
            <a:endParaRPr lang="zh-CN" altLang="en-US" sz="1000" dirty="0">
              <a:solidFill>
                <a:schemeClr val="tx1"/>
              </a:solidFill>
            </a:endParaRPr>
          </a:p>
        </p:txBody>
      </p:sp>
      <p:sp>
        <p:nvSpPr>
          <p:cNvPr id="11" name="Rectangle 10">
            <a:extLst>
              <a:ext uri="{FF2B5EF4-FFF2-40B4-BE49-F238E27FC236}">
                <a16:creationId xmlns:a16="http://schemas.microsoft.com/office/drawing/2014/main" id="{A66DA847-E3DF-41F4-8791-FF2F26261D40}"/>
              </a:ext>
            </a:extLst>
          </p:cNvPr>
          <p:cNvSpPr/>
          <p:nvPr/>
        </p:nvSpPr>
        <p:spPr>
          <a:xfrm>
            <a:off x="5582922" y="2117870"/>
            <a:ext cx="1405467" cy="1097844"/>
          </a:xfrm>
          <a:prstGeom prst="rect">
            <a:avLst/>
          </a:prstGeom>
          <a:solidFill>
            <a:schemeClr val="accent1"/>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100" dirty="0" err="1">
                <a:solidFill>
                  <a:schemeClr val="tx1"/>
                </a:solidFill>
              </a:rPr>
              <a:t>LN_Form</a:t>
            </a:r>
            <a:r>
              <a:rPr lang="en-US" altLang="zh-CN" sz="1100" dirty="0">
                <a:solidFill>
                  <a:schemeClr val="tx1"/>
                </a:solidFill>
              </a:rPr>
              <a:t> Handling</a:t>
            </a:r>
            <a:endParaRPr lang="zh-CN" altLang="en-US" sz="1100" dirty="0">
              <a:solidFill>
                <a:schemeClr val="tx1"/>
              </a:solidFill>
            </a:endParaRPr>
          </a:p>
        </p:txBody>
      </p:sp>
      <p:sp>
        <p:nvSpPr>
          <p:cNvPr id="12" name="Rectangle 11">
            <a:extLst>
              <a:ext uri="{FF2B5EF4-FFF2-40B4-BE49-F238E27FC236}">
                <a16:creationId xmlns:a16="http://schemas.microsoft.com/office/drawing/2014/main" id="{BE5695CB-E301-4EDE-835A-9D903955B296}"/>
              </a:ext>
            </a:extLst>
          </p:cNvPr>
          <p:cNvSpPr/>
          <p:nvPr/>
        </p:nvSpPr>
        <p:spPr>
          <a:xfrm>
            <a:off x="7253677" y="2117870"/>
            <a:ext cx="1388532" cy="1097844"/>
          </a:xfrm>
          <a:prstGeom prst="rect">
            <a:avLst/>
          </a:prstGeom>
          <a:solidFill>
            <a:schemeClr val="accent1"/>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100" dirty="0" err="1">
                <a:solidFill>
                  <a:schemeClr val="tx1"/>
                </a:solidFill>
              </a:rPr>
              <a:t>LN_Information</a:t>
            </a:r>
            <a:endParaRPr lang="en-US" altLang="zh-CN" sz="1100" dirty="0">
              <a:solidFill>
                <a:schemeClr val="tx1"/>
              </a:solidFill>
            </a:endParaRPr>
          </a:p>
          <a:p>
            <a:pPr algn="ctr"/>
            <a:r>
              <a:rPr lang="en-US" altLang="zh-CN" sz="1100" dirty="0">
                <a:solidFill>
                  <a:schemeClr val="tx1"/>
                </a:solidFill>
              </a:rPr>
              <a:t>Management</a:t>
            </a:r>
            <a:endParaRPr lang="zh-CN" altLang="en-US" sz="1100" dirty="0">
              <a:solidFill>
                <a:schemeClr val="tx1"/>
              </a:solidFill>
            </a:endParaRPr>
          </a:p>
        </p:txBody>
      </p:sp>
      <p:sp>
        <p:nvSpPr>
          <p:cNvPr id="13" name="Rectangle 12">
            <a:extLst>
              <a:ext uri="{FF2B5EF4-FFF2-40B4-BE49-F238E27FC236}">
                <a16:creationId xmlns:a16="http://schemas.microsoft.com/office/drawing/2014/main" id="{E4013CA1-8827-4885-99ED-DDA70BE75FBC}"/>
              </a:ext>
            </a:extLst>
          </p:cNvPr>
          <p:cNvSpPr/>
          <p:nvPr/>
        </p:nvSpPr>
        <p:spPr>
          <a:xfrm>
            <a:off x="5582922" y="3615058"/>
            <a:ext cx="925688" cy="1137356"/>
          </a:xfrm>
          <a:prstGeom prst="rect">
            <a:avLst/>
          </a:prstGeom>
          <a:solidFill>
            <a:schemeClr val="accent1"/>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000" dirty="0" err="1">
                <a:solidFill>
                  <a:schemeClr val="tx1"/>
                </a:solidFill>
              </a:rPr>
              <a:t>LN_Security</a:t>
            </a:r>
            <a:r>
              <a:rPr lang="en-US" altLang="zh-CN" sz="1000" dirty="0">
                <a:solidFill>
                  <a:schemeClr val="tx1"/>
                </a:solidFill>
              </a:rPr>
              <a:t> Service</a:t>
            </a:r>
            <a:endParaRPr lang="zh-CN" altLang="en-US" sz="1000" dirty="0">
              <a:solidFill>
                <a:schemeClr val="tx1"/>
              </a:solidFill>
            </a:endParaRPr>
          </a:p>
        </p:txBody>
      </p:sp>
      <p:sp>
        <p:nvSpPr>
          <p:cNvPr id="14" name="Rectangle 13">
            <a:extLst>
              <a:ext uri="{FF2B5EF4-FFF2-40B4-BE49-F238E27FC236}">
                <a16:creationId xmlns:a16="http://schemas.microsoft.com/office/drawing/2014/main" id="{6C475046-B5FB-4BE7-90A7-2E5AC875467D}"/>
              </a:ext>
            </a:extLst>
          </p:cNvPr>
          <p:cNvSpPr/>
          <p:nvPr/>
        </p:nvSpPr>
        <p:spPr>
          <a:xfrm>
            <a:off x="7253677" y="767437"/>
            <a:ext cx="925688" cy="1137356"/>
          </a:xfrm>
          <a:prstGeom prst="rect">
            <a:avLst/>
          </a:prstGeom>
          <a:solidFill>
            <a:schemeClr val="accent1"/>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000" dirty="0" err="1">
                <a:solidFill>
                  <a:schemeClr val="tx1"/>
                </a:solidFill>
              </a:rPr>
              <a:t>LN_Data</a:t>
            </a:r>
            <a:r>
              <a:rPr lang="en-US" altLang="zh-CN" sz="1000" dirty="0">
                <a:solidFill>
                  <a:schemeClr val="tx1"/>
                </a:solidFill>
              </a:rPr>
              <a:t> Delivery</a:t>
            </a:r>
            <a:endParaRPr lang="zh-CN" altLang="en-US" sz="1000" dirty="0">
              <a:solidFill>
                <a:schemeClr val="tx1"/>
              </a:solidFill>
            </a:endParaRPr>
          </a:p>
        </p:txBody>
      </p:sp>
      <p:pic>
        <p:nvPicPr>
          <p:cNvPr id="8" name="Picture 7">
            <a:extLst>
              <a:ext uri="{FF2B5EF4-FFF2-40B4-BE49-F238E27FC236}">
                <a16:creationId xmlns:a16="http://schemas.microsoft.com/office/drawing/2014/main" id="{9766450D-B575-A040-BC22-318D7CB7A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73252"/>
            <a:ext cx="9144000" cy="950495"/>
          </a:xfrm>
          <a:prstGeom prst="rect">
            <a:avLst/>
          </a:prstGeom>
        </p:spPr>
      </p:pic>
      <p:sp>
        <p:nvSpPr>
          <p:cNvPr id="15" name="Rectangle 14">
            <a:extLst>
              <a:ext uri="{FF2B5EF4-FFF2-40B4-BE49-F238E27FC236}">
                <a16:creationId xmlns:a16="http://schemas.microsoft.com/office/drawing/2014/main" id="{BBAF9541-7304-584E-B505-4BD3BC858ADA}"/>
              </a:ext>
            </a:extLst>
          </p:cNvPr>
          <p:cNvSpPr/>
          <p:nvPr/>
        </p:nvSpPr>
        <p:spPr>
          <a:xfrm>
            <a:off x="144294" y="57659"/>
            <a:ext cx="413267" cy="187667"/>
          </a:xfrm>
          <a:prstGeom prst="rect">
            <a:avLst/>
          </a:prstGeom>
          <a:solidFill>
            <a:schemeClr val="accent6">
              <a:lumMod val="60000"/>
              <a:lumOff val="40000"/>
            </a:schemeClr>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800" dirty="0">
                <a:solidFill>
                  <a:schemeClr val="tx1"/>
                </a:solidFill>
              </a:rPr>
              <a:t>U_01</a:t>
            </a:r>
            <a:endParaRPr lang="zh-CN" altLang="en-US" sz="800" dirty="0">
              <a:solidFill>
                <a:schemeClr val="tx1"/>
              </a:solidFill>
            </a:endParaRPr>
          </a:p>
        </p:txBody>
      </p:sp>
      <p:sp>
        <p:nvSpPr>
          <p:cNvPr id="16" name="Rectangle 15">
            <a:extLst>
              <a:ext uri="{FF2B5EF4-FFF2-40B4-BE49-F238E27FC236}">
                <a16:creationId xmlns:a16="http://schemas.microsoft.com/office/drawing/2014/main" id="{122F3B60-1358-CB45-AE2B-B5BDCE64064D}"/>
              </a:ext>
            </a:extLst>
          </p:cNvPr>
          <p:cNvSpPr/>
          <p:nvPr/>
        </p:nvSpPr>
        <p:spPr>
          <a:xfrm>
            <a:off x="701855" y="57658"/>
            <a:ext cx="413267" cy="187667"/>
          </a:xfrm>
          <a:prstGeom prst="rect">
            <a:avLst/>
          </a:prstGeom>
          <a:solidFill>
            <a:schemeClr val="accent2">
              <a:lumMod val="60000"/>
              <a:lumOff val="40000"/>
            </a:schemeClr>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800" dirty="0">
                <a:solidFill>
                  <a:schemeClr val="tx1"/>
                </a:solidFill>
              </a:rPr>
              <a:t>E_01</a:t>
            </a:r>
            <a:endParaRPr lang="zh-CN" altLang="en-US" sz="800" dirty="0">
              <a:solidFill>
                <a:schemeClr val="tx1"/>
              </a:solidFill>
            </a:endParaRPr>
          </a:p>
        </p:txBody>
      </p:sp>
      <p:sp>
        <p:nvSpPr>
          <p:cNvPr id="17" name="Rectangle 16">
            <a:extLst>
              <a:ext uri="{FF2B5EF4-FFF2-40B4-BE49-F238E27FC236}">
                <a16:creationId xmlns:a16="http://schemas.microsoft.com/office/drawing/2014/main" id="{00A2091A-0615-5043-A716-74D9513182CB}"/>
              </a:ext>
            </a:extLst>
          </p:cNvPr>
          <p:cNvSpPr/>
          <p:nvPr/>
        </p:nvSpPr>
        <p:spPr>
          <a:xfrm>
            <a:off x="1259416" y="52265"/>
            <a:ext cx="413267" cy="187667"/>
          </a:xfrm>
          <a:prstGeom prst="rect">
            <a:avLst/>
          </a:prstGeom>
          <a:solidFill>
            <a:srgbClr val="00B0F0"/>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800" dirty="0">
                <a:solidFill>
                  <a:schemeClr val="tx1"/>
                </a:solidFill>
              </a:rPr>
              <a:t>D_01</a:t>
            </a:r>
            <a:endParaRPr lang="zh-CN" altLang="en-US" sz="800" dirty="0">
              <a:solidFill>
                <a:schemeClr val="tx1"/>
              </a:solidFill>
            </a:endParaRPr>
          </a:p>
        </p:txBody>
      </p:sp>
      <p:sp>
        <p:nvSpPr>
          <p:cNvPr id="18" name="Rectangle 17">
            <a:extLst>
              <a:ext uri="{FF2B5EF4-FFF2-40B4-BE49-F238E27FC236}">
                <a16:creationId xmlns:a16="http://schemas.microsoft.com/office/drawing/2014/main" id="{EAA90D92-5472-8544-B83A-85D5583C0B11}"/>
              </a:ext>
            </a:extLst>
          </p:cNvPr>
          <p:cNvSpPr/>
          <p:nvPr/>
        </p:nvSpPr>
        <p:spPr>
          <a:xfrm>
            <a:off x="1816977" y="72667"/>
            <a:ext cx="413267" cy="187667"/>
          </a:xfrm>
          <a:prstGeom prst="rect">
            <a:avLst/>
          </a:prstGeom>
          <a:solidFill>
            <a:srgbClr val="FF99FF"/>
          </a:solidFill>
          <a:ln cap="sq">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800" dirty="0">
                <a:solidFill>
                  <a:schemeClr val="tx1"/>
                </a:solidFill>
              </a:rPr>
              <a:t>I_01</a:t>
            </a:r>
            <a:endParaRPr lang="zh-CN" altLang="en-US" sz="800" dirty="0">
              <a:solidFill>
                <a:schemeClr val="tx1"/>
              </a:solidFill>
            </a:endParaRPr>
          </a:p>
        </p:txBody>
      </p:sp>
      <p:pic>
        <p:nvPicPr>
          <p:cNvPr id="19" name="Picture 18" descr="A picture containing mirror, drawing&#10;&#10;Description automatically generated">
            <a:extLst>
              <a:ext uri="{FF2B5EF4-FFF2-40B4-BE49-F238E27FC236}">
                <a16:creationId xmlns:a16="http://schemas.microsoft.com/office/drawing/2014/main" id="{22C4B61E-4E55-1948-8667-81D27620D7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1494" y="-60364"/>
            <a:ext cx="393700" cy="393700"/>
          </a:xfrm>
          <a:prstGeom prst="rect">
            <a:avLst/>
          </a:prstGeom>
        </p:spPr>
      </p:pic>
    </p:spTree>
    <p:extLst>
      <p:ext uri="{BB962C8B-B14F-4D97-AF65-F5344CB8AC3E}">
        <p14:creationId xmlns:p14="http://schemas.microsoft.com/office/powerpoint/2010/main" val="1983296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solidFill>
            <a:schemeClr val="bg1"/>
          </a:solidFill>
          <a:ln>
            <a:noFill/>
          </a:ln>
          <a:effectLst/>
        </p:spPr>
      </p:sp>
      <p:pic>
        <p:nvPicPr>
          <p:cNvPr id="5" name="Picture 4">
            <a:extLst>
              <a:ext uri="{FF2B5EF4-FFF2-40B4-BE49-F238E27FC236}">
                <a16:creationId xmlns:a16="http://schemas.microsoft.com/office/drawing/2014/main" id="{8CDF7F4C-EA62-4B51-8960-C5741B257E86}"/>
              </a:ext>
            </a:extLst>
          </p:cNvPr>
          <p:cNvPicPr/>
          <p:nvPr/>
        </p:nvPicPr>
        <p:blipFill>
          <a:blip r:embed="rId2"/>
          <a:stretch>
            <a:fillRect/>
          </a:stretch>
        </p:blipFill>
        <p:spPr>
          <a:xfrm>
            <a:off x="200378" y="759966"/>
            <a:ext cx="8593666" cy="5641200"/>
          </a:xfrm>
          <a:prstGeom prst="rect">
            <a:avLst/>
          </a:prstGeom>
        </p:spPr>
      </p:pic>
    </p:spTree>
    <p:extLst>
      <p:ext uri="{BB962C8B-B14F-4D97-AF65-F5344CB8AC3E}">
        <p14:creationId xmlns:p14="http://schemas.microsoft.com/office/powerpoint/2010/main" val="9154837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SLIDE_COUNT" val="1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Office\Templates\AT Presentation TemplateV3.pot</Template>
  <TotalTime>12403</TotalTime>
  <Words>41</Words>
  <Application>Microsoft Macintosh PowerPoint</Application>
  <PresentationFormat>On-screen Show (4:3)</PresentationFormat>
  <Paragraphs>12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Times New Roman</vt:lpstr>
      <vt:lpstr>Office Theme</vt:lpstr>
      <vt:lpstr>PowerPoint Presentation</vt:lpstr>
      <vt:lpstr>PowerPoint Presentation</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Thinking</dc:title>
  <dc:creator>IT Architect Profession</dc:creator>
  <cp:lastModifiedBy>YONG JIE DAI</cp:lastModifiedBy>
  <cp:revision>642</cp:revision>
  <dcterms:created xsi:type="dcterms:W3CDTF">2002-04-19T18:59:45Z</dcterms:created>
  <dcterms:modified xsi:type="dcterms:W3CDTF">2020-05-19T23:11:53Z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1D817888-C09B-4456-BEFE-C47C6F2F4C9F</vt:lpwstr>
  </property>
  <property fmtid="{D5CDD505-2E9C-101B-9397-08002B2CF9AE}" pid="3" name="ArticulatePath">
    <vt:lpwstr>01_Architectural Thinking Overview v6.0</vt:lpwstr>
  </property>
</Properties>
</file>