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290" r:id="rId1"/>
  </p:sldMasterIdLst>
  <p:notesMasterIdLst>
    <p:notesMasterId r:id="rId5"/>
  </p:notesMasterIdLst>
  <p:handoutMasterIdLst>
    <p:handoutMasterId r:id="rId6"/>
  </p:handoutMasterIdLst>
  <p:sldIdLst>
    <p:sldId id="611" r:id="rId2"/>
    <p:sldId id="847" r:id="rId3"/>
    <p:sldId id="802" r:id="rId4"/>
  </p:sldIdLst>
  <p:sldSz cx="9144000" cy="6858000" type="screen4x3"/>
  <p:notesSz cx="6718300" cy="9867900"/>
  <p:custDataLst>
    <p:tags r:id="rId7"/>
  </p:custDataLst>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b="1"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b="1"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b="1"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b="1"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404">
          <p15:clr>
            <a:srgbClr val="A4A3A4"/>
          </p15:clr>
        </p15:guide>
        <p15:guide id="2" orient="horz" pos="854">
          <p15:clr>
            <a:srgbClr val="A4A3A4"/>
          </p15:clr>
        </p15:guide>
        <p15:guide id="3" pos="4672">
          <p15:clr>
            <a:srgbClr val="A4A3A4"/>
          </p15:clr>
        </p15:guide>
        <p15:guide id="4" pos="193">
          <p15:clr>
            <a:srgbClr val="A4A3A4"/>
          </p15:clr>
        </p15:guide>
        <p15:guide id="5" pos="340">
          <p15:clr>
            <a:srgbClr val="A4A3A4"/>
          </p15:clr>
        </p15:guide>
      </p15:sldGuideLst>
    </p:ext>
    <p:ext uri="{2D200454-40CA-4A62-9FC3-DE9A4176ACB9}">
      <p15:notesGuideLst xmlns:p15="http://schemas.microsoft.com/office/powerpoint/2012/main">
        <p15:guide id="1" orient="horz" pos="3108">
          <p15:clr>
            <a:srgbClr val="A4A3A4"/>
          </p15:clr>
        </p15:guide>
        <p15:guide id="2" pos="211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E"/>
    <a:srgbClr val="8CC63E"/>
    <a:srgbClr val="5B9AE1"/>
    <a:srgbClr val="5C9BE0"/>
    <a:srgbClr val="99BFEE"/>
    <a:srgbClr val="D3E6FF"/>
    <a:srgbClr val="00CC66"/>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38" autoAdjust="0"/>
    <p:restoredTop sz="95291" autoAdjust="0"/>
  </p:normalViewPr>
  <p:slideViewPr>
    <p:cSldViewPr>
      <p:cViewPr varScale="1">
        <p:scale>
          <a:sx n="150" d="100"/>
          <a:sy n="150" d="100"/>
        </p:scale>
        <p:origin x="1224" y="160"/>
      </p:cViewPr>
      <p:guideLst>
        <p:guide orient="horz" pos="404"/>
        <p:guide orient="horz" pos="854"/>
        <p:guide pos="4672"/>
        <p:guide pos="193"/>
        <p:guide pos="3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1848" y="2862"/>
      </p:cViewPr>
      <p:guideLst>
        <p:guide orient="horz" pos="3108"/>
        <p:guide pos="2116"/>
      </p:guideLst>
    </p:cSldViewPr>
  </p:notesViewPr>
  <p:gridSpacing cx="38405" cy="38405"/>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tags" Target="tags/tag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0306" name="Rectangle 2"/>
          <p:cNvSpPr>
            <a:spLocks noGrp="1" noChangeArrowheads="1"/>
          </p:cNvSpPr>
          <p:nvPr>
            <p:ph type="hdr" sz="quarter"/>
          </p:nvPr>
        </p:nvSpPr>
        <p:spPr bwMode="auto">
          <a:xfrm>
            <a:off x="0"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ea typeface="MS PGothic" pitchFamily="34" charset="-128"/>
              </a:defRPr>
            </a:lvl1pPr>
          </a:lstStyle>
          <a:p>
            <a:pPr>
              <a:defRPr/>
            </a:pPr>
            <a:endParaRPr lang="en-US"/>
          </a:p>
        </p:txBody>
      </p:sp>
      <p:sp>
        <p:nvSpPr>
          <p:cNvPr id="1250307" name="Rectangle 3"/>
          <p:cNvSpPr>
            <a:spLocks noGrp="1" noChangeArrowheads="1"/>
          </p:cNvSpPr>
          <p:nvPr>
            <p:ph type="dt" sz="quarter" idx="1"/>
          </p:nvPr>
        </p:nvSpPr>
        <p:spPr bwMode="auto">
          <a:xfrm>
            <a:off x="3805238" y="0"/>
            <a:ext cx="2911475"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ea typeface="MS PGothic" pitchFamily="34" charset="-128"/>
              </a:defRPr>
            </a:lvl1pPr>
          </a:lstStyle>
          <a:p>
            <a:pPr>
              <a:defRPr/>
            </a:pPr>
            <a:endParaRPr lang="en-US"/>
          </a:p>
        </p:txBody>
      </p:sp>
      <p:sp>
        <p:nvSpPr>
          <p:cNvPr id="1250308" name="Rectangle 4"/>
          <p:cNvSpPr>
            <a:spLocks noGrp="1" noChangeArrowheads="1"/>
          </p:cNvSpPr>
          <p:nvPr>
            <p:ph type="ftr" sz="quarter" idx="2"/>
          </p:nvPr>
        </p:nvSpPr>
        <p:spPr bwMode="auto">
          <a:xfrm>
            <a:off x="0"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ea typeface="MS PGothic" pitchFamily="34" charset="-128"/>
              </a:defRPr>
            </a:lvl1pPr>
          </a:lstStyle>
          <a:p>
            <a:pPr>
              <a:defRPr/>
            </a:pPr>
            <a:r>
              <a:rPr lang="en-US"/>
              <a:t>What is Architecture</a:t>
            </a:r>
          </a:p>
        </p:txBody>
      </p:sp>
      <p:sp>
        <p:nvSpPr>
          <p:cNvPr id="1250309" name="Rectangle 5"/>
          <p:cNvSpPr>
            <a:spLocks noGrp="1" noChangeArrowheads="1"/>
          </p:cNvSpPr>
          <p:nvPr>
            <p:ph type="sldNum" sz="quarter" idx="3"/>
          </p:nvPr>
        </p:nvSpPr>
        <p:spPr bwMode="auto">
          <a:xfrm>
            <a:off x="3805238" y="9372600"/>
            <a:ext cx="2911475"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pPr>
              <a:defRPr/>
            </a:pPr>
            <a:fld id="{829C81CB-B744-4A0A-918C-EF50520C8E75}" type="slidenum">
              <a:rPr lang="en-US" altLang="en-US"/>
              <a:pPr>
                <a:defRPr/>
              </a:pPr>
              <a:t>‹#›</a:t>
            </a:fld>
            <a:endParaRPr lang="en-US" altLang="en-US"/>
          </a:p>
        </p:txBody>
      </p:sp>
    </p:spTree>
    <p:extLst>
      <p:ext uri="{BB962C8B-B14F-4D97-AF65-F5344CB8AC3E}">
        <p14:creationId xmlns:p14="http://schemas.microsoft.com/office/powerpoint/2010/main" val="12752390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defRPr sz="1200" b="0">
                <a:ea typeface="MS PGothic" pitchFamily="34" charset="-128"/>
              </a:defRPr>
            </a:lvl1pPr>
          </a:lstStyle>
          <a:p>
            <a:pPr>
              <a:defRPr/>
            </a:pPr>
            <a:endParaRPr lang="en-US" altLang="zh-CN"/>
          </a:p>
        </p:txBody>
      </p:sp>
      <p:sp>
        <p:nvSpPr>
          <p:cNvPr id="5123" name="Rectangle 3"/>
          <p:cNvSpPr>
            <a:spLocks noGrp="1" noChangeArrowheads="1"/>
          </p:cNvSpPr>
          <p:nvPr>
            <p:ph type="dt" idx="1"/>
          </p:nvPr>
        </p:nvSpPr>
        <p:spPr bwMode="auto">
          <a:xfrm>
            <a:off x="3806825" y="0"/>
            <a:ext cx="2911475" cy="493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b="0">
                <a:ea typeface="MS PGothic" pitchFamily="34" charset="-128"/>
              </a:defRPr>
            </a:lvl1pPr>
          </a:lstStyle>
          <a:p>
            <a:pPr>
              <a:defRPr/>
            </a:pPr>
            <a:endParaRPr lang="en-US" altLang="zh-CN"/>
          </a:p>
        </p:txBody>
      </p:sp>
      <p:sp>
        <p:nvSpPr>
          <p:cNvPr id="8196" name="Rectangle 4"/>
          <p:cNvSpPr>
            <a:spLocks noGrp="1" noRot="1" noChangeAspect="1" noChangeArrowheads="1" noTextEdit="1"/>
          </p:cNvSpPr>
          <p:nvPr>
            <p:ph type="sldImg" idx="2"/>
          </p:nvPr>
        </p:nvSpPr>
        <p:spPr bwMode="auto">
          <a:xfrm>
            <a:off x="892175" y="739775"/>
            <a:ext cx="4933950" cy="37004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895350" y="4687888"/>
            <a:ext cx="4927600" cy="4440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5126" name="Rectangle 6"/>
          <p:cNvSpPr>
            <a:spLocks noGrp="1" noChangeArrowheads="1"/>
          </p:cNvSpPr>
          <p:nvPr>
            <p:ph type="ftr" sz="quarter" idx="4"/>
          </p:nvPr>
        </p:nvSpPr>
        <p:spPr bwMode="auto">
          <a:xfrm>
            <a:off x="0" y="9374188"/>
            <a:ext cx="2911475" cy="49371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a:defRPr sz="1000" b="0">
                <a:ea typeface="MS PGothic" pitchFamily="34" charset="-128"/>
              </a:defRPr>
            </a:lvl1pPr>
          </a:lstStyle>
          <a:p>
            <a:pPr>
              <a:defRPr/>
            </a:pPr>
            <a:r>
              <a:rPr lang="zh-CN" altLang="en-US"/>
              <a:t>What is Architecture</a:t>
            </a:r>
            <a:endParaRPr lang="en-US" altLang="zh-CN" dirty="0"/>
          </a:p>
        </p:txBody>
      </p:sp>
      <p:sp>
        <p:nvSpPr>
          <p:cNvPr id="5127" name="Rectangle 7"/>
          <p:cNvSpPr>
            <a:spLocks noGrp="1" noChangeArrowheads="1"/>
          </p:cNvSpPr>
          <p:nvPr>
            <p:ph type="sldNum" sz="quarter" idx="5"/>
          </p:nvPr>
        </p:nvSpPr>
        <p:spPr bwMode="auto">
          <a:xfrm>
            <a:off x="3806825" y="9374188"/>
            <a:ext cx="2911475" cy="49371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000" b="0"/>
            </a:lvl1pPr>
          </a:lstStyle>
          <a:p>
            <a:pPr>
              <a:defRPr/>
            </a:pPr>
            <a:fld id="{EBD284FB-8ED3-4636-9E2E-DFA6CE101CA1}" type="slidenum">
              <a:rPr lang="zh-CN" altLang="en-US"/>
              <a:pPr>
                <a:defRPr/>
              </a:pPr>
              <a:t>‹#›</a:t>
            </a:fld>
            <a:endParaRPr lang="en-US" altLang="zh-CN"/>
          </a:p>
        </p:txBody>
      </p:sp>
    </p:spTree>
    <p:extLst>
      <p:ext uri="{BB962C8B-B14F-4D97-AF65-F5344CB8AC3E}">
        <p14:creationId xmlns:p14="http://schemas.microsoft.com/office/powerpoint/2010/main" val="2780389719"/>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1pPr>
    <a:lvl2pPr marL="457200"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2pPr>
    <a:lvl3pPr marL="914400"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3pPr>
    <a:lvl4pPr marL="1371600"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4pPr>
    <a:lvl5pPr marL="1828800" algn="l" rtl="0" eaLnBrk="0" fontAlgn="base" hangingPunct="0">
      <a:spcBef>
        <a:spcPct val="30000"/>
      </a:spcBef>
      <a:spcAft>
        <a:spcPct val="0"/>
      </a:spcAft>
      <a:defRPr sz="1000" kern="1200">
        <a:solidFill>
          <a:schemeClr val="tx1"/>
        </a:solidFill>
        <a:latin typeface="Arial" pitchFamily="34"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r>
              <a:rPr lang="en-US" altLang="zh-CN" sz="1000" b="0"/>
              <a:t>What is Architecture</a:t>
            </a:r>
          </a:p>
        </p:txBody>
      </p:sp>
      <p:sp>
        <p:nvSpPr>
          <p:cNvPr id="1126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fld id="{415FCCE5-3A92-4EEB-A061-229064518B7C}" type="slidenum">
              <a:rPr lang="zh-CN" altLang="en-US" sz="1000" b="0" smtClean="0"/>
              <a:pPr/>
              <a:t>1</a:t>
            </a:fld>
            <a:endParaRPr lang="en-US" altLang="zh-CN" sz="1000" b="0"/>
          </a:p>
        </p:txBody>
      </p:sp>
      <p:sp>
        <p:nvSpPr>
          <p:cNvPr id="11268" name="Rectangle 2"/>
          <p:cNvSpPr>
            <a:spLocks noGrp="1" noRot="1" noChangeAspect="1" noChangeArrowheads="1" noTextEdit="1"/>
          </p:cNvSpPr>
          <p:nvPr>
            <p:ph type="sldImg"/>
          </p:nvPr>
        </p:nvSpPr>
        <p:spPr>
          <a:ln/>
        </p:spPr>
      </p:sp>
      <p:sp>
        <p:nvSpPr>
          <p:cNvPr id="112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cs typeface="Arial" panose="020B0604020202020204" pitchFamily="34" charset="0"/>
              </a:rPr>
              <a:t>This module of the </a:t>
            </a:r>
            <a:r>
              <a:rPr lang="en-US" altLang="zh-CN" i="1">
                <a:cs typeface="Arial" panose="020B0604020202020204" pitchFamily="34" charset="0"/>
              </a:rPr>
              <a:t>Architectural Thinking </a:t>
            </a:r>
            <a:r>
              <a:rPr lang="en-US" altLang="zh-CN">
                <a:cs typeface="Arial" panose="020B0604020202020204" pitchFamily="34" charset="0"/>
              </a:rPr>
              <a:t>course is “Tooling for Architects.”</a:t>
            </a:r>
          </a:p>
          <a:p>
            <a:pPr eaLnBrk="1" hangingPunct="1"/>
            <a:endParaRPr lang="en-US" altLang="en-US">
              <a:cs typeface="Arial" panose="020B0604020202020204" pitchFamily="34" charset="0"/>
            </a:endParaRPr>
          </a:p>
          <a:p>
            <a:pPr eaLnBrk="1" hangingPunct="1"/>
            <a:r>
              <a:rPr lang="en-US" altLang="en-US">
                <a:cs typeface="Arial" panose="020B0604020202020204" pitchFamily="34" charset="0"/>
              </a:rPr>
              <a:t>This module provides a basic overview of various tools available to the Architect Community within IBM; the module covers the purposes and functions of those tools.  This module also points learners in the proper direction to discover more information about these tools.</a:t>
            </a:r>
          </a:p>
        </p:txBody>
      </p:sp>
    </p:spTree>
    <p:extLst>
      <p:ext uri="{BB962C8B-B14F-4D97-AF65-F5344CB8AC3E}">
        <p14:creationId xmlns:p14="http://schemas.microsoft.com/office/powerpoint/2010/main" val="3815340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r>
              <a:rPr lang="en-US" altLang="zh-CN" sz="1000" b="0"/>
              <a:t>What is Architecture</a:t>
            </a:r>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fld id="{90EDC9E7-3295-4D81-8E15-D74B49708B27}" type="slidenum">
              <a:rPr lang="zh-CN" altLang="en-US" sz="1000" b="0" smtClean="0"/>
              <a:pPr/>
              <a:t>2</a:t>
            </a:fld>
            <a:endParaRPr lang="en-US" altLang="zh-CN" sz="1000" b="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endParaRPr lang="en-US" altLang="zh-CN" i="1"/>
          </a:p>
        </p:txBody>
      </p:sp>
    </p:spTree>
    <p:extLst>
      <p:ext uri="{BB962C8B-B14F-4D97-AF65-F5344CB8AC3E}">
        <p14:creationId xmlns:p14="http://schemas.microsoft.com/office/powerpoint/2010/main" val="692289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Notes Placeholde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021296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hyperlink" Target="http://www.ibm.com/legal/copytrade.shtml" TargetMode="External"/><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3"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937125"/>
            <a:ext cx="9144000" cy="8842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p:cNvSpPr/>
          <p:nvPr userDrawn="1"/>
        </p:nvSpPr>
        <p:spPr>
          <a:xfrm>
            <a:off x="0" y="5880100"/>
            <a:ext cx="9144000" cy="355600"/>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Subtitle 2"/>
          <p:cNvSpPr txBox="1">
            <a:spLocks/>
          </p:cNvSpPr>
          <p:nvPr userDrawn="1"/>
        </p:nvSpPr>
        <p:spPr>
          <a:xfrm>
            <a:off x="307975" y="207963"/>
            <a:ext cx="2487613" cy="239712"/>
          </a:xfrm>
          <a:prstGeom prst="rect">
            <a:avLst/>
          </a:prstGeom>
        </p:spPr>
        <p:txBody>
          <a:bodyPr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solidFill>
                  <a:srgbClr val="003E68"/>
                </a:solidFill>
              </a:rPr>
              <a:t>Architectural Thinking Workshop</a:t>
            </a:r>
          </a:p>
        </p:txBody>
      </p:sp>
      <p:pic>
        <p:nvPicPr>
          <p:cNvPr id="9" name="Picture 1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45375" y="4892675"/>
            <a:ext cx="1393825" cy="139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302625" y="285750"/>
            <a:ext cx="557213"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09880" y="5062379"/>
            <a:ext cx="5450840" cy="634683"/>
          </a:xfrm>
        </p:spPr>
        <p:txBody>
          <a:bodyPr>
            <a:normAutofit/>
          </a:bodyPr>
          <a:lstStyle>
            <a:lvl1pPr algn="l">
              <a:defRPr sz="2000">
                <a:solidFill>
                  <a:schemeClr val="bg1"/>
                </a:solidFill>
              </a:defRPr>
            </a:lvl1pPr>
          </a:lstStyle>
          <a:p>
            <a:r>
              <a:rPr lang="en-US"/>
              <a:t>Click to edit Master title style</a:t>
            </a:r>
            <a:endParaRPr lang="en-US" dirty="0"/>
          </a:p>
        </p:txBody>
      </p:sp>
      <p:sp>
        <p:nvSpPr>
          <p:cNvPr id="19" name="Rectangle 5"/>
          <p:cNvSpPr>
            <a:spLocks noChangeArrowheads="1"/>
          </p:cNvSpPr>
          <p:nvPr userDrawn="1"/>
        </p:nvSpPr>
        <p:spPr bwMode="auto">
          <a:xfrm>
            <a:off x="78615" y="5618085"/>
            <a:ext cx="4224550" cy="571500"/>
          </a:xfrm>
          <a:prstGeom prst="rect">
            <a:avLst/>
          </a:prstGeom>
          <a:noFill/>
          <a:ln w="9525">
            <a:noFill/>
            <a:miter lim="800000"/>
            <a:headEnd/>
            <a:tailEnd/>
          </a:ln>
          <a:effectLst/>
        </p:spPr>
        <p:txBody>
          <a:bodyPr lIns="99443" tIns="49721" rIns="99443" bIns="49721" anchor="ctr"/>
          <a:lstStyle/>
          <a:p>
            <a:pPr algn="r" defTabSz="995363">
              <a:defRPr/>
            </a:pPr>
            <a:endParaRPr lang="en-US" altLang="zh-CN" sz="1100" dirty="0">
              <a:solidFill>
                <a:srgbClr val="336699"/>
              </a:solidFill>
              <a:latin typeface="Arial" charset="0"/>
              <a:cs typeface="Times New Roman" pitchFamily="18" charset="0"/>
            </a:endParaRPr>
          </a:p>
          <a:p>
            <a:pPr algn="r" defTabSz="995363">
              <a:defRPr/>
            </a:pPr>
            <a:endParaRPr lang="en-US" altLang="zh-CN" sz="1100" dirty="0">
              <a:solidFill>
                <a:srgbClr val="336699"/>
              </a:solidFill>
              <a:latin typeface="Arial" charset="0"/>
              <a:cs typeface="Times New Roman" pitchFamily="18" charset="0"/>
            </a:endParaRPr>
          </a:p>
          <a:p>
            <a:pPr algn="r" defTabSz="995363">
              <a:defRPr/>
            </a:pPr>
            <a:r>
              <a:rPr lang="en-GB" altLang="zh-CN" sz="1100" dirty="0">
                <a:solidFill>
                  <a:schemeClr val="bg1"/>
                </a:solidFill>
                <a:latin typeface="Arial" charset="0"/>
                <a:cs typeface="Times New Roman" pitchFamily="18" charset="0"/>
              </a:rPr>
              <a:t>IBM Professional Series: Architectural Thinking Workshop</a:t>
            </a:r>
          </a:p>
          <a:p>
            <a:pPr algn="r" defTabSz="995363">
              <a:defRPr/>
            </a:pPr>
            <a:r>
              <a:rPr lang="en-GB" altLang="zh-CN" sz="1100" b="1" kern="1200" dirty="0">
                <a:solidFill>
                  <a:schemeClr val="bg1"/>
                </a:solidFill>
                <a:latin typeface="Arial" charset="0"/>
                <a:ea typeface="MS PGothic" panose="020B0600070205080204" pitchFamily="34" charset="-128"/>
                <a:cs typeface="Times New Roman" pitchFamily="18" charset="0"/>
              </a:rPr>
              <a:t>IBM Client Education                                       </a:t>
            </a:r>
            <a:r>
              <a:rPr lang="en-GB" altLang="zh-CN" sz="1100" b="1" kern="1200" dirty="0" smtClean="0">
                <a:solidFill>
                  <a:schemeClr val="bg1"/>
                </a:solidFill>
                <a:latin typeface="Arial" charset="0"/>
                <a:ea typeface="MS PGothic" panose="020B0600070205080204" pitchFamily="34" charset="-128"/>
                <a:cs typeface="Times New Roman" pitchFamily="18" charset="0"/>
              </a:rPr>
              <a:t>          </a:t>
            </a:r>
            <a:r>
              <a:rPr lang="en-GB" altLang="zh-CN" sz="1100" dirty="0" smtClean="0">
                <a:solidFill>
                  <a:schemeClr val="bg1"/>
                </a:solidFill>
                <a:latin typeface="Arial" charset="0"/>
                <a:cs typeface="Times New Roman" pitchFamily="18" charset="0"/>
              </a:rPr>
              <a:t>Version 7</a:t>
            </a:r>
            <a:endParaRPr lang="en-US" altLang="zh-CN" sz="1100" dirty="0">
              <a:solidFill>
                <a:schemeClr val="bg1"/>
              </a:solidFill>
              <a:latin typeface="Arial" charset="0"/>
              <a:cs typeface="Times New Roman" pitchFamily="18" charset="0"/>
            </a:endParaRPr>
          </a:p>
        </p:txBody>
      </p:sp>
      <p:sp>
        <p:nvSpPr>
          <p:cNvPr id="20" name="Subtitle 2"/>
          <p:cNvSpPr txBox="1">
            <a:spLocks/>
          </p:cNvSpPr>
          <p:nvPr userDrawn="1"/>
        </p:nvSpPr>
        <p:spPr>
          <a:xfrm>
            <a:off x="4381780" y="5947574"/>
            <a:ext cx="3385439" cy="282672"/>
          </a:xfrm>
          <a:prstGeom prst="rect">
            <a:avLst/>
          </a:prstGeom>
        </p:spPr>
        <p:txBody>
          <a:bodyPr anchor="ctr">
            <a:normAutofit fontScale="4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1000" dirty="0"/>
              <a:t>IBM Confidential.</a:t>
            </a:r>
            <a:r>
              <a:rPr lang="en-US" sz="1000" baseline="0" dirty="0"/>
              <a:t> © Copyright International Business Machines Corporation 2017. All Rights Reserved. This document may not be copied distributed or reproduced in whole or in part without the prior written consent of IBM. </a:t>
            </a:r>
            <a:endParaRPr lang="en-US" sz="1000" dirty="0"/>
          </a:p>
        </p:txBody>
      </p:sp>
    </p:spTree>
    <p:extLst>
      <p:ext uri="{BB962C8B-B14F-4D97-AF65-F5344CB8AC3E}">
        <p14:creationId xmlns:p14="http://schemas.microsoft.com/office/powerpoint/2010/main" val="2184815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5"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54975"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71E5C172-0623-4153-9FD7-BB62E0A74CD5}"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a:solidFill>
                <a:srgbClr val="003E68"/>
              </a:solidFill>
              <a:ea typeface="SimSun" panose="02010600030101010101" pitchFamily="2" charset="-122"/>
              <a:cs typeface="Arial" panose="020B0604020202020204" pitchFamily="34" charset="0"/>
            </a:endParaRPr>
          </a:p>
        </p:txBody>
      </p:sp>
      <p:pic>
        <p:nvPicPr>
          <p:cNvPr id="9"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858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304799" y="0"/>
            <a:ext cx="7685245" cy="777239"/>
          </a:xfrm>
        </p:spPr>
        <p:txBody>
          <a:bodyPr>
            <a:normAutofit/>
          </a:bodyPr>
          <a:lstStyle>
            <a:lvl1pPr>
              <a:defRPr sz="20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304800" y="1144905"/>
            <a:ext cx="8510016" cy="4351338"/>
          </a:xfrm>
        </p:spPr>
        <p:txBody>
          <a:bodyPr>
            <a:normAutofit/>
          </a:bodyPr>
          <a:lstStyle>
            <a:lvl1pPr>
              <a:buClr>
                <a:srgbClr val="00669E"/>
              </a:buClr>
              <a:defRPr sz="1400"/>
            </a:lvl1pPr>
            <a:lvl2pPr>
              <a:buClr>
                <a:srgbClr val="00669E"/>
              </a:buClr>
              <a:defRPr sz="1400"/>
            </a:lvl2pPr>
            <a:lvl3pPr>
              <a:buClr>
                <a:srgbClr val="00669E"/>
              </a:buClr>
              <a:defRPr sz="1400"/>
            </a:lvl3pPr>
            <a:lvl4pPr>
              <a:buClr>
                <a:srgbClr val="00669E"/>
              </a:buClr>
              <a:defRPr sz="1400"/>
            </a:lvl4pPr>
            <a:lvl5pPr>
              <a:buClr>
                <a:srgbClr val="00669E"/>
              </a:buCl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p:cNvSpPr txBox="1">
            <a:spLocks/>
          </p:cNvSpPr>
          <p:nvPr userDrawn="1"/>
        </p:nvSpPr>
        <p:spPr>
          <a:xfrm>
            <a:off x="619125" y="6403975"/>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1" name="Subtitle 2"/>
          <p:cNvSpPr txBox="1">
            <a:spLocks/>
          </p:cNvSpPr>
          <p:nvPr userDrawn="1"/>
        </p:nvSpPr>
        <p:spPr>
          <a:xfrm>
            <a:off x="2518913" y="6489389"/>
            <a:ext cx="5778371" cy="319251"/>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3922945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6"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54975"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858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40F03E91-572F-40B4-8D36-F3B304E62307}"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a:solidFill>
                <a:srgbClr val="003E68"/>
              </a:solidFill>
              <a:ea typeface="SimSun" panose="02010600030101010101" pitchFamily="2" charset="-122"/>
              <a:cs typeface="Arial" panose="020B0604020202020204" pitchFamily="34" charset="0"/>
            </a:endParaRPr>
          </a:p>
        </p:txBody>
      </p:sp>
      <p:sp>
        <p:nvSpPr>
          <p:cNvPr id="2" name="Title 1"/>
          <p:cNvSpPr>
            <a:spLocks noGrp="1"/>
          </p:cNvSpPr>
          <p:nvPr>
            <p:ph type="title"/>
          </p:nvPr>
        </p:nvSpPr>
        <p:spPr>
          <a:xfrm>
            <a:off x="304799" y="0"/>
            <a:ext cx="7685245" cy="777239"/>
          </a:xfrm>
        </p:spPr>
        <p:txBody>
          <a:bodyPr>
            <a:normAutofit/>
          </a:bodyPr>
          <a:lstStyle>
            <a:lvl1pPr>
              <a:defRPr sz="20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1144903"/>
            <a:ext cx="4023360" cy="5074920"/>
          </a:xfrm>
          <a:noFill/>
          <a:ln w="9525">
            <a:noFill/>
            <a:miter lim="800000"/>
            <a:headEnd/>
            <a:tailEnd/>
          </a:ln>
        </p:spPr>
        <p:txBody>
          <a:bodyPr/>
          <a:lstStyle>
            <a:lvl1pPr marL="0" indent="-228600" algn="l" rtl="0" eaLnBrk="0" fontAlgn="base" hangingPunct="0">
              <a:lnSpc>
                <a:spcPct val="90000"/>
              </a:lnSpc>
              <a:spcAft>
                <a:spcPct val="0"/>
              </a:spcAft>
              <a:buClr>
                <a:srgbClr val="00669E"/>
              </a:buClr>
              <a:buFont typeface="Arial" pitchFamily="34" charset="0"/>
              <a:buChar char="•"/>
              <a:defRPr lang="en-US" sz="2800" kern="1200" dirty="0">
                <a:solidFill>
                  <a:schemeClr val="tx1"/>
                </a:solidFill>
                <a:latin typeface="Arial" panose="020B0604020202020204" pitchFamily="34" charset="0"/>
                <a:ea typeface="+mn-ea"/>
                <a:cs typeface="Arial" panose="020B0604020202020204" pitchFamily="34" charset="0"/>
              </a:defRPr>
            </a:lvl1pPr>
            <a:lvl2pPr marL="457200" indent="0">
              <a:buClr>
                <a:srgbClr val="00669E"/>
              </a:buClr>
              <a:buNone/>
              <a:defRPr sz="1800"/>
            </a:lvl2pPr>
            <a:lvl3pPr marL="914400" indent="0">
              <a:buClr>
                <a:srgbClr val="00669E"/>
              </a:buClr>
              <a:buNone/>
              <a:defRPr sz="1800"/>
            </a:lvl3pPr>
            <a:lvl4pPr marL="1371600" indent="0">
              <a:buClr>
                <a:srgbClr val="00669E"/>
              </a:buClr>
              <a:buNone/>
              <a:defRPr sz="1800"/>
            </a:lvl4pPr>
            <a:lvl5pPr marL="1828800" indent="0">
              <a:buClr>
                <a:srgbClr val="00669E"/>
              </a:buClr>
              <a:buNone/>
              <a:defRPr sz="1800"/>
            </a:lvl5pPr>
          </a:lstStyle>
          <a:p>
            <a:pPr lvl="0"/>
            <a:r>
              <a:rPr lang="en-US" dirty="0"/>
              <a:t>Edit Master text styles</a:t>
            </a:r>
          </a:p>
        </p:txBody>
      </p:sp>
      <p:sp>
        <p:nvSpPr>
          <p:cNvPr id="10" name="Text Placeholder 9"/>
          <p:cNvSpPr>
            <a:spLocks noGrp="1"/>
          </p:cNvSpPr>
          <p:nvPr>
            <p:ph type="body" sz="quarter" idx="10"/>
          </p:nvPr>
        </p:nvSpPr>
        <p:spPr>
          <a:xfrm>
            <a:off x="4464424" y="1143000"/>
            <a:ext cx="4023360" cy="50749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619125" y="6403975"/>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3" name="Subtitle 2"/>
          <p:cNvSpPr txBox="1">
            <a:spLocks/>
          </p:cNvSpPr>
          <p:nvPr userDrawn="1"/>
        </p:nvSpPr>
        <p:spPr>
          <a:xfrm>
            <a:off x="2518913" y="6531482"/>
            <a:ext cx="5778371" cy="238753"/>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339883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Rectangle 1"/>
          <p:cNvSpPr/>
          <p:nvPr userDrawn="1"/>
        </p:nvSpPr>
        <p:spPr>
          <a:xfrm>
            <a:off x="0" y="2814638"/>
            <a:ext cx="9144000" cy="1090612"/>
          </a:xfrm>
          <a:prstGeom prst="rect">
            <a:avLst/>
          </a:prstGeom>
          <a:solidFill>
            <a:srgbClr val="0F49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3"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72375" y="2816225"/>
            <a:ext cx="10541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0"/>
            <a:ext cx="9144000" cy="1276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5"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223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719C401C-044B-4863-89BE-6E33CDAE93AC}"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a:solidFill>
                <a:srgbClr val="003E68"/>
              </a:solidFill>
              <a:ea typeface="SimSun" panose="02010600030101010101" pitchFamily="2" charset="-122"/>
              <a:cs typeface="Arial" panose="020B0604020202020204" pitchFamily="34" charset="0"/>
            </a:endParaRPr>
          </a:p>
        </p:txBody>
      </p:sp>
      <p:sp>
        <p:nvSpPr>
          <p:cNvPr id="9" name="object 3"/>
          <p:cNvSpPr txBox="1">
            <a:spLocks noChangeArrowheads="1"/>
          </p:cNvSpPr>
          <p:nvPr userDrawn="1"/>
        </p:nvSpPr>
        <p:spPr bwMode="auto">
          <a:xfrm>
            <a:off x="385763" y="4260850"/>
            <a:ext cx="791845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1113">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defRPr/>
            </a:pPr>
            <a:r>
              <a:rPr lang="en-US" sz="1000" dirty="0">
                <a:solidFill>
                  <a:srgbClr val="3F3F3F"/>
                </a:solidFill>
              </a:rPr>
              <a:t>IBM, the IBM logo, and ibm.com are trademarks or registered trademarks of International Business Machines Corporation in the United States, other countries, or both. If these and other IBM trademarked terms are marked on their first occurrence in this information with a trademark symbol (® or ™), these symbols indicate U.S. registered or common law trademarks owned by IBM at the time this information was published. Such trademarks may also be registered or common law trademarks in other countries. A current list of IBM trademarks is available on the Web at "</a:t>
            </a:r>
            <a:r>
              <a:rPr lang="en-US" sz="1000" dirty="0">
                <a:solidFill>
                  <a:srgbClr val="3F3F3F"/>
                </a:solidFill>
                <a:hlinkClick r:id="rId4"/>
              </a:rPr>
              <a:t>Copyright and trademark information</a:t>
            </a:r>
            <a:r>
              <a:rPr lang="en-US" sz="1000" dirty="0">
                <a:solidFill>
                  <a:srgbClr val="3F3F3F"/>
                </a:solidFill>
              </a:rPr>
              <a:t>.“ Java and all Java-based trademarks and logos are trademarks or registered trademarks of Oracle and its affiliates.</a:t>
            </a:r>
          </a:p>
          <a:p>
            <a:pPr>
              <a:defRPr/>
            </a:pPr>
            <a:endParaRPr lang="en-US" sz="1000" dirty="0">
              <a:solidFill>
                <a:srgbClr val="3F3F3F"/>
              </a:solidFill>
            </a:endParaRPr>
          </a:p>
          <a:p>
            <a:pPr>
              <a:defRPr/>
            </a:pPr>
            <a:r>
              <a:rPr lang="en-US" sz="1000" dirty="0">
                <a:solidFill>
                  <a:srgbClr val="3F3F3F"/>
                </a:solidFill>
              </a:rPr>
              <a:t>Linux is a trademark of Linus Torvalds in the United States, or other countries, or both. Microsoft, Excel, PowerPoint, Project, Visio, Word, and Windows are trademarks of the Microsoft Corporation in the United States, other countries, or both. UML is a registered trademark of Object Management Group, Inc. in the United States and/or other countries. TOGAF and UNIX are registered trademarks of The Open Group in the United States and other countries. Other company, product, and service names may be trademarks of IBM or other companies. </a:t>
            </a:r>
            <a:r>
              <a:rPr lang="en-US" altLang="en-US" sz="1000" dirty="0">
                <a:solidFill>
                  <a:srgbClr val="3F3F3F"/>
                </a:solidFill>
                <a:cs typeface="Arial" panose="020B0604020202020204" pitchFamily="34" charset="0"/>
              </a:rPr>
              <a:t>Citrix is a trademark of Citrix Systems, Inc. and one or more of its subsidiaries, and may be registered in the United States Patent and Trademark Office and in other countries. </a:t>
            </a:r>
          </a:p>
        </p:txBody>
      </p:sp>
      <p:sp>
        <p:nvSpPr>
          <p:cNvPr id="10" name="Footer Placeholder 4"/>
          <p:cNvSpPr txBox="1">
            <a:spLocks/>
          </p:cNvSpPr>
          <p:nvPr userDrawn="1"/>
        </p:nvSpPr>
        <p:spPr>
          <a:xfrm>
            <a:off x="539475" y="6539805"/>
            <a:ext cx="2101382" cy="277769"/>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dirty="0"/>
              <a:t>Architectural Thinking Workshop</a:t>
            </a:r>
            <a:endParaRPr lang="zh-CN" altLang="en-US" dirty="0"/>
          </a:p>
        </p:txBody>
      </p:sp>
      <p:sp>
        <p:nvSpPr>
          <p:cNvPr id="11" name="Subtitle 2"/>
          <p:cNvSpPr txBox="1">
            <a:spLocks/>
          </p:cNvSpPr>
          <p:nvPr userDrawn="1"/>
        </p:nvSpPr>
        <p:spPr>
          <a:xfrm>
            <a:off x="2518913" y="6462548"/>
            <a:ext cx="5785299" cy="395451"/>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800" dirty="0">
                <a:solidFill>
                  <a:schemeClr val="accent1">
                    <a:lumMod val="50000"/>
                  </a:schemeClr>
                </a:solidFill>
              </a:rPr>
              <a:t>IBM Confidential.</a:t>
            </a:r>
            <a:r>
              <a:rPr lang="en-US" sz="800" baseline="0" dirty="0">
                <a:solidFill>
                  <a:schemeClr val="accent1">
                    <a:lumMod val="50000"/>
                  </a:schemeClr>
                </a:solidFill>
              </a:rPr>
              <a:t> © Copyright International Business Machines Corporation 2017. All Rights Reserved. This document may not be copied distributed or reproduced in whole or in part without the prior written consent of IBM</a:t>
            </a:r>
            <a:r>
              <a:rPr lang="en-US" sz="900" baseline="0" dirty="0">
                <a:solidFill>
                  <a:schemeClr val="accent1">
                    <a:lumMod val="50000"/>
                  </a:schemeClr>
                </a:solidFill>
              </a:rPr>
              <a:t>. </a:t>
            </a:r>
            <a:endParaRPr lang="en-US" sz="900" dirty="0">
              <a:solidFill>
                <a:schemeClr val="accent1">
                  <a:lumMod val="50000"/>
                </a:schemeClr>
              </a:solidFill>
            </a:endParaRPr>
          </a:p>
        </p:txBody>
      </p:sp>
    </p:spTree>
    <p:extLst>
      <p:ext uri="{BB962C8B-B14F-4D97-AF65-F5344CB8AC3E}">
        <p14:creationId xmlns:p14="http://schemas.microsoft.com/office/powerpoint/2010/main" val="369371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Rectangle 2"/>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96250"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223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p:cNvSpPr txBox="1">
            <a:spLocks/>
          </p:cNvSpPr>
          <p:nvPr userDrawn="1"/>
        </p:nvSpPr>
        <p:spPr>
          <a:xfrm>
            <a:off x="2106613" y="6405563"/>
            <a:ext cx="5118100"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b="0" dirty="0"/>
              <a:t>IBM Confidential © IBM Corporation 2016</a:t>
            </a:r>
            <a:endParaRPr lang="zh-CN" altLang="en-US" b="0" dirty="0"/>
          </a:p>
        </p:txBody>
      </p:sp>
      <p:sp>
        <p:nvSpPr>
          <p:cNvPr id="7"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73186ECE-480D-49BF-8F2A-79E2ADE98D07}"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dirty="0">
              <a:solidFill>
                <a:srgbClr val="003E68"/>
              </a:solidFill>
              <a:ea typeface="SimSun" panose="02010600030101010101" pitchFamily="2" charset="-122"/>
              <a:cs typeface="Arial" panose="020B0604020202020204" pitchFamily="34" charset="0"/>
            </a:endParaRPr>
          </a:p>
        </p:txBody>
      </p:sp>
      <p:sp>
        <p:nvSpPr>
          <p:cNvPr id="8" name="Footer Placeholder 4"/>
          <p:cNvSpPr txBox="1">
            <a:spLocks/>
          </p:cNvSpPr>
          <p:nvPr userDrawn="1"/>
        </p:nvSpPr>
        <p:spPr>
          <a:xfrm>
            <a:off x="619125" y="6403975"/>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b="0" dirty="0"/>
              <a:t>Architectural Thinking</a:t>
            </a:r>
            <a:endParaRPr lang="zh-CN" altLang="en-US" b="0" dirty="0"/>
          </a:p>
        </p:txBody>
      </p:sp>
      <p:sp>
        <p:nvSpPr>
          <p:cNvPr id="12" name="Title 1"/>
          <p:cNvSpPr>
            <a:spLocks noGrp="1"/>
          </p:cNvSpPr>
          <p:nvPr>
            <p:ph type="title"/>
          </p:nvPr>
        </p:nvSpPr>
        <p:spPr>
          <a:xfrm>
            <a:off x="304799" y="0"/>
            <a:ext cx="7685245" cy="777239"/>
          </a:xfrm>
        </p:spPr>
        <p:txBody>
          <a:bodyPr>
            <a:normAutofit/>
          </a:bodyPr>
          <a:lstStyle>
            <a:lvl1pPr>
              <a:defRPr sz="2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760781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ext Box 3"/>
          <p:cNvSpPr txBox="1">
            <a:spLocks noChangeArrowheads="1"/>
          </p:cNvSpPr>
          <p:nvPr userDrawn="1"/>
        </p:nvSpPr>
        <p:spPr bwMode="auto">
          <a:xfrm>
            <a:off x="3113088" y="1655763"/>
            <a:ext cx="2743200" cy="430212"/>
          </a:xfrm>
          <a:prstGeom prst="rect">
            <a:avLst/>
          </a:prstGeom>
          <a:solidFill>
            <a:srgbClr val="FFFF00"/>
          </a:solidFill>
          <a:ln w="12700">
            <a:solidFill>
              <a:srgbClr val="000000"/>
            </a:solidFill>
            <a:miter lim="800000"/>
            <a:headEnd type="none" w="sm" len="sm"/>
            <a:tailEnd type="none" w="sm" len="sm"/>
          </a:ln>
        </p:spPr>
        <p:txBody>
          <a:bodyPr wrap="none" lIns="82048" tIns="41025" rIns="82048" bIns="41025">
            <a:spAutoFit/>
          </a:bodyPr>
          <a:lstStyle>
            <a:lvl1pPr defTabSz="800100">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defTabSz="80010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defTabSz="8001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defTabSz="8001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defTabSz="8001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defTabSz="8001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eaLnBrk="1" hangingPunct="1">
              <a:lnSpc>
                <a:spcPct val="100000"/>
              </a:lnSpc>
              <a:spcBef>
                <a:spcPct val="0"/>
              </a:spcBef>
              <a:buFontTx/>
              <a:buNone/>
              <a:defRPr/>
            </a:pPr>
            <a:r>
              <a:rPr lang="en-US" altLang="en-US" sz="2200" dirty="0">
                <a:cs typeface="Times New Roman" panose="02020603050405020304" pitchFamily="18" charset="0"/>
              </a:rPr>
              <a:t>Time for a question</a:t>
            </a:r>
          </a:p>
        </p:txBody>
      </p:sp>
      <p:pic>
        <p:nvPicPr>
          <p:cNvPr id="5" name="Picture 7" descr="Lightbulb_yellow"/>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86000" y="1335088"/>
            <a:ext cx="62706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descr="Lightbulb_yellow"/>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43600" y="1352550"/>
            <a:ext cx="625475"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29600" y="6472238"/>
            <a:ext cx="5572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4"/>
          <p:cNvSpPr txBox="1">
            <a:spLocks/>
          </p:cNvSpPr>
          <p:nvPr userDrawn="1"/>
        </p:nvSpPr>
        <p:spPr>
          <a:xfrm>
            <a:off x="2106613" y="6405563"/>
            <a:ext cx="5118100"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b="0" dirty="0"/>
              <a:t>IBM Confidential © IBM Corporation 2016</a:t>
            </a:r>
            <a:endParaRPr lang="zh-CN" altLang="en-US" b="0" dirty="0"/>
          </a:p>
        </p:txBody>
      </p:sp>
      <p:sp>
        <p:nvSpPr>
          <p:cNvPr id="9" name="Slide Number Placeholder 5"/>
          <p:cNvSpPr txBox="1">
            <a:spLocks/>
          </p:cNvSpPr>
          <p:nvPr userDrawn="1"/>
        </p:nvSpPr>
        <p:spPr>
          <a:xfrm>
            <a:off x="304800" y="6391275"/>
            <a:ext cx="388938" cy="365125"/>
          </a:xfrm>
          <a:prstGeom prst="rect">
            <a:avLst/>
          </a:prstGeom>
        </p:spPr>
        <p:txBody>
          <a:bodyPr anchor="b"/>
          <a:lstStyle>
            <a:lvl1pPr>
              <a:defRPr sz="2400" b="1">
                <a:solidFill>
                  <a:schemeClr val="tx1"/>
                </a:solidFill>
                <a:latin typeface="Arial" panose="020B0604020202020204" pitchFamily="34" charset="0"/>
                <a:ea typeface="MS PGothic" panose="020B0600070205080204" pitchFamily="34" charset="-128"/>
              </a:defRPr>
            </a:lvl1pPr>
            <a:lvl2pPr marL="742950" indent="-285750">
              <a:defRPr sz="2400" b="1">
                <a:solidFill>
                  <a:schemeClr val="tx1"/>
                </a:solidFill>
                <a:latin typeface="Arial" panose="020B0604020202020204" pitchFamily="34" charset="0"/>
                <a:ea typeface="MS PGothic" panose="020B0600070205080204" pitchFamily="34" charset="-128"/>
              </a:defRPr>
            </a:lvl2pPr>
            <a:lvl3pPr marL="1143000" indent="-228600">
              <a:defRPr sz="2400" b="1">
                <a:solidFill>
                  <a:schemeClr val="tx1"/>
                </a:solidFill>
                <a:latin typeface="Arial" panose="020B0604020202020204" pitchFamily="34" charset="0"/>
                <a:ea typeface="MS PGothic" panose="020B0600070205080204" pitchFamily="34" charset="-128"/>
              </a:defRPr>
            </a:lvl3pPr>
            <a:lvl4pPr marL="1600200" indent="-228600">
              <a:defRPr sz="2400" b="1">
                <a:solidFill>
                  <a:schemeClr val="tx1"/>
                </a:solidFill>
                <a:latin typeface="Arial" panose="020B0604020202020204" pitchFamily="34" charset="0"/>
                <a:ea typeface="MS PGothic" panose="020B0600070205080204" pitchFamily="34" charset="-128"/>
              </a:defRPr>
            </a:lvl4pPr>
            <a:lvl5pPr marL="2057400" indent="-228600">
              <a:defRPr sz="24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MS PGothic" panose="020B0600070205080204" pitchFamily="34" charset="-128"/>
              </a:defRPr>
            </a:lvl9pPr>
          </a:lstStyle>
          <a:p>
            <a:pPr algn="ctr" eaLnBrk="1" hangingPunct="1">
              <a:defRPr/>
            </a:pPr>
            <a:fld id="{E26B6F52-F94E-4EF9-8D56-5D9A67685D96}" type="slidenum">
              <a:rPr lang="en-US" altLang="en-US" sz="900" b="0" smtClean="0">
                <a:solidFill>
                  <a:srgbClr val="003E68"/>
                </a:solidFill>
                <a:ea typeface="SimSun" panose="02010600030101010101" pitchFamily="2" charset="-122"/>
                <a:cs typeface="Arial" panose="020B0604020202020204" pitchFamily="34" charset="0"/>
              </a:rPr>
              <a:pPr algn="ctr" eaLnBrk="1" hangingPunct="1">
                <a:defRPr/>
              </a:pPr>
              <a:t>‹#›</a:t>
            </a:fld>
            <a:endParaRPr lang="en-US" altLang="en-US" sz="900" b="0" dirty="0">
              <a:solidFill>
                <a:srgbClr val="003E68"/>
              </a:solidFill>
              <a:ea typeface="SimSun" panose="02010600030101010101" pitchFamily="2" charset="-122"/>
              <a:cs typeface="Arial" panose="020B0604020202020204" pitchFamily="34" charset="0"/>
            </a:endParaRPr>
          </a:p>
        </p:txBody>
      </p:sp>
      <p:sp>
        <p:nvSpPr>
          <p:cNvPr id="10" name="Footer Placeholder 4"/>
          <p:cNvSpPr txBox="1">
            <a:spLocks/>
          </p:cNvSpPr>
          <p:nvPr userDrawn="1"/>
        </p:nvSpPr>
        <p:spPr>
          <a:xfrm>
            <a:off x="619125" y="6403975"/>
            <a:ext cx="2030413" cy="365125"/>
          </a:xfrm>
          <a:prstGeom prst="rect">
            <a:avLst/>
          </a:prstGeom>
        </p:spPr>
        <p:txBody>
          <a:bodyPr anchor="b"/>
          <a:lstStyle>
            <a:defPPr>
              <a:defRPr lang="en-US"/>
            </a:defPPr>
            <a:lvl1pPr algn="ctr" defTabSz="457200" rtl="0" eaLnBrk="1" fontAlgn="auto" hangingPunct="1">
              <a:spcBef>
                <a:spcPts val="0"/>
              </a:spcBef>
              <a:spcAft>
                <a:spcPts val="0"/>
              </a:spcAft>
              <a:defRPr sz="900" kern="1200">
                <a:solidFill>
                  <a:srgbClr val="003E68"/>
                </a:solidFill>
                <a:latin typeface="Arial" panose="020B0604020202020204" pitchFamily="34" charset="0"/>
                <a:ea typeface="+mn-ea"/>
                <a:cs typeface="Times New Roman" panose="02020603050405020304" pitchFamily="18"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altLang="zh-CN" b="0" dirty="0"/>
              <a:t>Architectural Thinking</a:t>
            </a:r>
            <a:endParaRPr lang="zh-CN" altLang="en-US" b="0" dirty="0"/>
          </a:p>
        </p:txBody>
      </p:sp>
      <p:sp>
        <p:nvSpPr>
          <p:cNvPr id="11" name="Rectangle 10"/>
          <p:cNvSpPr/>
          <p:nvPr userDrawn="1"/>
        </p:nvSpPr>
        <p:spPr>
          <a:xfrm>
            <a:off x="0" y="0"/>
            <a:ext cx="9144000" cy="782638"/>
          </a:xfrm>
          <a:prstGeom prst="rect">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2" name="Picture 8"/>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054975" y="20638"/>
            <a:ext cx="741363"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320040" y="2651760"/>
            <a:ext cx="8510016" cy="3453205"/>
          </a:xfrm>
        </p:spPr>
        <p:txBody>
          <a:bodyPr>
            <a:normAutofit/>
          </a:bodyPr>
          <a:lstStyle>
            <a:lvl1pPr>
              <a:buClr>
                <a:srgbClr val="00669E"/>
              </a:buClr>
              <a:defRPr sz="1400"/>
            </a:lvl1pPr>
            <a:lvl2pPr>
              <a:buClr>
                <a:srgbClr val="00669E"/>
              </a:buClr>
              <a:defRPr sz="1400"/>
            </a:lvl2pPr>
            <a:lvl3pPr>
              <a:buClr>
                <a:srgbClr val="00669E"/>
              </a:buClr>
              <a:defRPr sz="1400"/>
            </a:lvl3pPr>
            <a:lvl4pPr>
              <a:buClr>
                <a:srgbClr val="00669E"/>
              </a:buClr>
              <a:defRPr sz="1400"/>
            </a:lvl4pPr>
            <a:lvl5pPr>
              <a:buClr>
                <a:srgbClr val="00669E"/>
              </a:buCl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1"/>
          <p:cNvSpPr>
            <a:spLocks noGrp="1"/>
          </p:cNvSpPr>
          <p:nvPr>
            <p:ph type="title"/>
          </p:nvPr>
        </p:nvSpPr>
        <p:spPr>
          <a:xfrm>
            <a:off x="304799" y="0"/>
            <a:ext cx="7685245" cy="777239"/>
          </a:xfrm>
        </p:spPr>
        <p:txBody>
          <a:bodyPr>
            <a:normAutofit/>
          </a:bodyPr>
          <a:lstStyle>
            <a:lvl1pPr>
              <a:defRPr sz="20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4523054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tags" Target="../tags/tag2.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anose="020B0604020202020204" pitchFamily="34" charset="0"/>
                <a:ea typeface="ＭＳ Ｐゴシック" panose="020B0600070205080204" pitchFamily="34" charset="-128"/>
                <a:cs typeface="Arial" panose="020B0604020202020204" pitchFamily="34" charset="0"/>
              </a:defRPr>
            </a:lvl1pPr>
          </a:lstStyle>
          <a:p>
            <a:pPr>
              <a:defRPr/>
            </a:pPr>
            <a:endParaRPr lang="en-US"/>
          </a:p>
        </p:txBody>
      </p:sp>
      <p:sp>
        <p:nvSpPr>
          <p:cNvPr id="5" name="Footer Placeholder 4"/>
          <p:cNvSpPr>
            <a:spLocks noGrp="1"/>
          </p:cNvSpPr>
          <p:nvPr>
            <p:ph type="ftr" sz="quarter" idx="3"/>
          </p:nvPr>
        </p:nvSpPr>
        <p:spPr>
          <a:xfrm>
            <a:off x="3028950" y="6356350"/>
            <a:ext cx="3271838"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anose="020B0604020202020204" pitchFamily="34" charset="0"/>
                <a:ea typeface="ＭＳ Ｐゴシック" panose="020B0600070205080204" pitchFamily="34" charset="-128"/>
                <a:cs typeface="Arial" panose="020B0604020202020204" pitchFamily="34" charset="0"/>
              </a:defRPr>
            </a:lvl1pPr>
          </a:lstStyle>
          <a:p>
            <a:pPr>
              <a:defRPr/>
            </a:pPr>
            <a:r>
              <a:rPr lang="en-US"/>
              <a:t>IBM Confidential © IBM Corporation 2016</a:t>
            </a: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cs typeface="Arial" panose="020B0604020202020204" pitchFamily="34" charset="0"/>
              </a:defRPr>
            </a:lvl1pPr>
          </a:lstStyle>
          <a:p>
            <a:pPr>
              <a:defRPr/>
            </a:pPr>
            <a:fld id="{35C6FBB2-C7F0-4492-B1E0-0592D232B581}" type="slidenum">
              <a:rPr lang="en-US" altLang="en-US"/>
              <a:pPr>
                <a:defRPr/>
              </a:pPr>
              <a:t>‹#›</a:t>
            </a:fld>
            <a:endParaRPr lang="en-US" altLang="en-US"/>
          </a:p>
        </p:txBody>
      </p:sp>
    </p:spTree>
    <p:custDataLst>
      <p:tags r:id="rId8"/>
    </p:custDataLst>
  </p:cSld>
  <p:clrMap bg1="lt1" tx1="dk1" bg2="lt2" tx2="dk2" accent1="accent1" accent2="accent2" accent3="accent3" accent4="accent4" accent5="accent5" accent6="accent6" hlink="hlink" folHlink="folHlink"/>
  <p:sldLayoutIdLst>
    <p:sldLayoutId id="2147484503" r:id="rId1"/>
    <p:sldLayoutId id="2147484504" r:id="rId2"/>
    <p:sldLayoutId id="2147484505" r:id="rId3"/>
    <p:sldLayoutId id="2147484506" r:id="rId4"/>
    <p:sldLayoutId id="2147484507" r:id="rId5"/>
    <p:sldLayoutId id="2147484508" r:id="rId6"/>
  </p:sldLayoutIdLst>
  <p:hf hdr="0" dt="0"/>
  <p:txStyles>
    <p:titleStyle>
      <a:lvl1pPr algn="l" rtl="0" eaLnBrk="0" fontAlgn="base" hangingPunct="0">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309563" y="4986338"/>
            <a:ext cx="6719887" cy="785812"/>
          </a:xfrm>
        </p:spPr>
        <p:txBody>
          <a:bodyPr>
            <a:normAutofit fontScale="90000"/>
          </a:bodyPr>
          <a:lstStyle/>
          <a:p>
            <a:pPr indent="63500" eaLnBrk="1" hangingPunct="1">
              <a:defRPr/>
            </a:pPr>
            <a:r>
              <a:rPr lang="en-US" altLang="zh-CN" sz="2800"/>
              <a:t>Exercise 2: </a:t>
            </a:r>
            <a:r>
              <a:rPr lang="en-US" altLang="zh-CN" sz="2800" dirty="0"/>
              <a:t>Architecture Overview</a:t>
            </a:r>
            <a:br>
              <a:rPr lang="en-US" altLang="zh-CN" sz="2800" dirty="0"/>
            </a:br>
            <a:r>
              <a:rPr lang="en-US" altLang="zh-CN" sz="2800" dirty="0"/>
              <a:t>(Exercise Description)</a:t>
            </a:r>
            <a:endParaRPr lang="zh-CN" altLang="en-US" sz="2800" dirty="0">
              <a:latin typeface="IBMHelvCondBold"/>
              <a:cs typeface="等线 Light"/>
            </a:endParaRP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04800" y="0"/>
            <a:ext cx="6954838" cy="777875"/>
          </a:xfrm>
        </p:spPr>
        <p:txBody>
          <a:bodyPr/>
          <a:lstStyle/>
          <a:p>
            <a:pPr eaLnBrk="1" hangingPunct="1"/>
            <a:r>
              <a:rPr lang="en-GB" altLang="en-US"/>
              <a:t>Exercise 2: Architecture Overview</a:t>
            </a:r>
          </a:p>
        </p:txBody>
      </p:sp>
      <p:sp>
        <p:nvSpPr>
          <p:cNvPr id="12291" name="Rectangle 3"/>
          <p:cNvSpPr>
            <a:spLocks noGrp="1" noChangeArrowheads="1"/>
          </p:cNvSpPr>
          <p:nvPr>
            <p:ph idx="1"/>
          </p:nvPr>
        </p:nvSpPr>
        <p:spPr>
          <a:xfrm>
            <a:off x="304800" y="1144588"/>
            <a:ext cx="8510588" cy="5318125"/>
          </a:xfrm>
        </p:spPr>
        <p:txBody>
          <a:bodyPr/>
          <a:lstStyle/>
          <a:p>
            <a:pPr marL="0" indent="0" eaLnBrk="1" hangingPunct="1">
              <a:buFont typeface="Wingdings" panose="05000000000000000000" pitchFamily="2" charset="2"/>
              <a:buNone/>
            </a:pPr>
            <a:r>
              <a:rPr lang="en-GB" altLang="en-US" sz="1600"/>
              <a:t>During this exercise you will create an Architecture Overview Diagram.</a:t>
            </a:r>
          </a:p>
          <a:p>
            <a:pPr marL="0" indent="0" eaLnBrk="1" hangingPunct="1">
              <a:buClr>
                <a:schemeClr val="accent2"/>
              </a:buClr>
              <a:buSzPct val="75000"/>
              <a:buFont typeface="Arial" panose="020B0604020202020204" pitchFamily="34" charset="0"/>
              <a:buNone/>
            </a:pPr>
            <a:r>
              <a:rPr lang="en-GB" altLang="en-US" sz="1600"/>
              <a:t>In creating your AOD, you should consider these points:</a:t>
            </a:r>
          </a:p>
          <a:p>
            <a:pPr lvl="1" eaLnBrk="1" hangingPunct="1">
              <a:lnSpc>
                <a:spcPct val="70000"/>
              </a:lnSpc>
              <a:spcBef>
                <a:spcPts val="1000"/>
              </a:spcBef>
              <a:buFont typeface="Wingdings" panose="05000000000000000000" pitchFamily="2" charset="2"/>
              <a:buChar char="§"/>
            </a:pPr>
            <a:r>
              <a:rPr lang="en-GB" altLang="en-US" sz="1600" i="1"/>
              <a:t>Who is the intended audience?</a:t>
            </a:r>
          </a:p>
          <a:p>
            <a:pPr lvl="2" eaLnBrk="1" hangingPunct="1">
              <a:lnSpc>
                <a:spcPct val="70000"/>
              </a:lnSpc>
              <a:spcBef>
                <a:spcPts val="1000"/>
              </a:spcBef>
              <a:buFont typeface="Arial" panose="020B0604020202020204" pitchFamily="34" charset="0"/>
              <a:buChar char="–"/>
            </a:pPr>
            <a:r>
              <a:rPr lang="en-GB" altLang="en-US" sz="1600"/>
              <a:t>Business, IT within the project, IT outside the project…</a:t>
            </a:r>
          </a:p>
          <a:p>
            <a:pPr lvl="1" eaLnBrk="1" hangingPunct="1">
              <a:lnSpc>
                <a:spcPct val="70000"/>
              </a:lnSpc>
              <a:spcBef>
                <a:spcPts val="1000"/>
              </a:spcBef>
              <a:buFont typeface="Wingdings" panose="05000000000000000000" pitchFamily="2" charset="2"/>
              <a:buChar char="§"/>
            </a:pPr>
            <a:r>
              <a:rPr lang="en-GB" altLang="en-US" sz="1600" i="1"/>
              <a:t>What aspect(s) of the architecture is it addressing?</a:t>
            </a:r>
          </a:p>
          <a:p>
            <a:pPr lvl="2" eaLnBrk="1" hangingPunct="1">
              <a:lnSpc>
                <a:spcPct val="70000"/>
              </a:lnSpc>
              <a:spcBef>
                <a:spcPts val="1000"/>
              </a:spcBef>
              <a:buFont typeface="Arial" panose="020B0604020202020204" pitchFamily="34" charset="0"/>
              <a:buChar char="–"/>
            </a:pPr>
            <a:r>
              <a:rPr lang="en-GB" altLang="en-US" sz="1600"/>
              <a:t>Functional, Operational, Logical, Physical, Application, Technical…</a:t>
            </a:r>
          </a:p>
          <a:p>
            <a:pPr lvl="1" eaLnBrk="1" hangingPunct="1">
              <a:lnSpc>
                <a:spcPct val="70000"/>
              </a:lnSpc>
              <a:spcBef>
                <a:spcPts val="1000"/>
              </a:spcBef>
              <a:buFont typeface="Wingdings" panose="05000000000000000000" pitchFamily="2" charset="2"/>
              <a:buChar char="§"/>
            </a:pPr>
            <a:r>
              <a:rPr lang="en-GB" altLang="en-US" sz="1600" i="1"/>
              <a:t>How “good” is it?</a:t>
            </a:r>
          </a:p>
          <a:p>
            <a:pPr lvl="2" eaLnBrk="1" hangingPunct="1">
              <a:lnSpc>
                <a:spcPct val="70000"/>
              </a:lnSpc>
              <a:spcBef>
                <a:spcPts val="1000"/>
              </a:spcBef>
              <a:buFont typeface="Arial" panose="020B0604020202020204" pitchFamily="34" charset="0"/>
              <a:buChar char="–"/>
            </a:pPr>
            <a:r>
              <a:rPr lang="en-GB" altLang="en-US" sz="1600"/>
              <a:t>Can you understand it? Can you find faults with it?</a:t>
            </a:r>
          </a:p>
          <a:p>
            <a:pPr lvl="1" eaLnBrk="1" hangingPunct="1">
              <a:lnSpc>
                <a:spcPct val="70000"/>
              </a:lnSpc>
              <a:spcBef>
                <a:spcPts val="1000"/>
              </a:spcBef>
              <a:buFont typeface="Wingdings" panose="05000000000000000000" pitchFamily="2" charset="2"/>
              <a:buChar char="§"/>
            </a:pPr>
            <a:r>
              <a:rPr lang="en-GB" altLang="en-US" sz="1600" i="1"/>
              <a:t>When in the project lifecycle was it drawn?</a:t>
            </a:r>
          </a:p>
          <a:p>
            <a:pPr lvl="2" eaLnBrk="1" hangingPunct="1">
              <a:lnSpc>
                <a:spcPct val="70000"/>
              </a:lnSpc>
              <a:spcBef>
                <a:spcPts val="1000"/>
              </a:spcBef>
              <a:buFont typeface="Arial" panose="020B0604020202020204" pitchFamily="34" charset="0"/>
              <a:buChar char="–"/>
            </a:pPr>
            <a:r>
              <a:rPr lang="en-GB" altLang="en-US" sz="1600"/>
              <a:t>Day 1, Day 31, Day 101…</a:t>
            </a:r>
          </a:p>
          <a:p>
            <a:pPr lvl="1" eaLnBrk="1" hangingPunct="1">
              <a:lnSpc>
                <a:spcPct val="70000"/>
              </a:lnSpc>
              <a:spcBef>
                <a:spcPts val="1000"/>
              </a:spcBef>
              <a:buFont typeface="Wingdings" panose="05000000000000000000" pitchFamily="2" charset="2"/>
              <a:buChar char="§"/>
            </a:pPr>
            <a:r>
              <a:rPr lang="en-GB" altLang="en-US" sz="1600" i="1"/>
              <a:t>How long will it be useful for?</a:t>
            </a:r>
          </a:p>
          <a:p>
            <a:pPr lvl="2" eaLnBrk="1" hangingPunct="1">
              <a:lnSpc>
                <a:spcPct val="70000"/>
              </a:lnSpc>
              <a:spcBef>
                <a:spcPts val="1000"/>
              </a:spcBef>
              <a:buFont typeface="Arial" panose="020B0604020202020204" pitchFamily="34" charset="0"/>
              <a:buChar char="–"/>
            </a:pPr>
            <a:r>
              <a:rPr lang="en-GB" altLang="en-US" sz="1600"/>
              <a:t>A meeting, a week, a lifetime…</a:t>
            </a:r>
          </a:p>
        </p:txBody>
      </p:sp>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395288" y="2944813"/>
            <a:ext cx="4405312" cy="858837"/>
          </a:xfrm>
          <a:prstGeom prst="rect">
            <a:avLst/>
          </a:prstGeom>
        </p:spPr>
        <p:txBody>
          <a:bodyPr lIns="0" tIns="0" rIns="0" bIns="0">
            <a:spAutoFit/>
          </a:bodyPr>
          <a:lstStyle/>
          <a:p>
            <a:pPr marL="11206">
              <a:lnSpc>
                <a:spcPts val="6733"/>
              </a:lnSpc>
              <a:defRPr/>
            </a:pPr>
            <a:r>
              <a:rPr sz="5824" spc="-4" dirty="0">
                <a:solidFill>
                  <a:schemeClr val="bg1"/>
                </a:solidFill>
                <a:latin typeface="Arial"/>
                <a:cs typeface="Arial"/>
              </a:rPr>
              <a:t>THAN</a:t>
            </a:r>
            <a:r>
              <a:rPr sz="5824" dirty="0">
                <a:solidFill>
                  <a:schemeClr val="bg1"/>
                </a:solidFill>
                <a:latin typeface="Arial"/>
                <a:cs typeface="Arial"/>
              </a:rPr>
              <a:t>K</a:t>
            </a:r>
            <a:r>
              <a:rPr sz="5824" spc="-106" dirty="0">
                <a:solidFill>
                  <a:schemeClr val="bg1"/>
                </a:solidFill>
                <a:latin typeface="Arial"/>
                <a:cs typeface="Arial"/>
              </a:rPr>
              <a:t> </a:t>
            </a:r>
            <a:r>
              <a:rPr sz="5824" dirty="0">
                <a:solidFill>
                  <a:schemeClr val="bg1"/>
                </a:solidFill>
                <a:latin typeface="Arial"/>
                <a:cs typeface="Arial"/>
              </a:rPr>
              <a:t>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24227</TotalTime>
  <Words>194</Words>
  <Application>Microsoft Macintosh PowerPoint</Application>
  <PresentationFormat>On-screen Show (4:3)</PresentationFormat>
  <Paragraphs>22</Paragraphs>
  <Slides>3</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vt:i4>
      </vt:variant>
    </vt:vector>
  </HeadingPairs>
  <TitlesOfParts>
    <vt:vector size="14" baseType="lpstr">
      <vt:lpstr>Arial</vt:lpstr>
      <vt:lpstr>Calibri</vt:lpstr>
      <vt:lpstr>IBMHelvCondBold</vt:lpstr>
      <vt:lpstr>MS PGothic</vt:lpstr>
      <vt:lpstr>ＭＳ Ｐゴシック</vt:lpstr>
      <vt:lpstr>SimSun</vt:lpstr>
      <vt:lpstr>Times New Roman</vt:lpstr>
      <vt:lpstr>Wingdings</vt:lpstr>
      <vt:lpstr>等线</vt:lpstr>
      <vt:lpstr>等线 Light</vt:lpstr>
      <vt:lpstr>Office Theme</vt:lpstr>
      <vt:lpstr>Exercise 2: Architecture Overview (Exercise Description)</vt:lpstr>
      <vt:lpstr>Exercise 2: Architecture Overview</vt:lpstr>
      <vt:lpstr>PowerPoint Presentation</vt:lpstr>
    </vt:vector>
  </TitlesOfParts>
  <Company>IBM</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Thinking</dc:title>
  <dc:creator>IT Architect Profession</dc:creator>
  <cp:lastModifiedBy>Oscar ADINOLFI</cp:lastModifiedBy>
  <cp:revision>807</cp:revision>
  <dcterms:created xsi:type="dcterms:W3CDTF">2007-01-18T11:45:01Z</dcterms:created>
  <dcterms:modified xsi:type="dcterms:W3CDTF">2017-10-19T23:31:06Z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B3CF67DE-7396-45A2-8779-DBD787E616F1</vt:lpwstr>
  </property>
  <property fmtid="{D5CDD505-2E9C-101B-9397-08002B2CF9AE}" pid="3" name="ArticulatePath">
    <vt:lpwstr>02_What is Architecture v6.0(1)</vt:lpwstr>
  </property>
</Properties>
</file>