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7"/>
  </p:notesMasterIdLst>
  <p:handoutMasterIdLst>
    <p:handoutMasterId r:id="rId8"/>
  </p:handoutMasterIdLst>
  <p:sldIdLst>
    <p:sldId id="580" r:id="rId2"/>
    <p:sldId id="585" r:id="rId3"/>
    <p:sldId id="601" r:id="rId4"/>
    <p:sldId id="600" r:id="rId5"/>
    <p:sldId id="591" r:id="rId6"/>
  </p:sldIdLst>
  <p:sldSz cx="10058400" cy="7772400"/>
  <p:notesSz cx="7315200" cy="9601200"/>
  <p:defaultTextStyle>
    <a:defPPr>
      <a:defRPr lang="en-US"/>
    </a:defPPr>
    <a:lvl1pPr algn="l"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989">
          <p15:clr>
            <a:srgbClr val="A4A3A4"/>
          </p15:clr>
        </p15:guide>
        <p15:guide id="2" orient="horz" pos="480" userDrawn="1">
          <p15:clr>
            <a:srgbClr val="A4A3A4"/>
          </p15:clr>
        </p15:guide>
        <p15:guide id="3" pos="358">
          <p15:clr>
            <a:srgbClr val="A4A3A4"/>
          </p15:clr>
        </p15:guide>
        <p15:guide id="4" pos="354">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FF"/>
    <a:srgbClr val="339933"/>
    <a:srgbClr val="C6FF81"/>
    <a:srgbClr val="C9FFE4"/>
    <a:srgbClr val="FF9900"/>
    <a:srgbClr val="9966FF"/>
    <a:srgbClr val="FFCC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89" autoAdjust="0"/>
    <p:restoredTop sz="94737" autoAdjust="0"/>
  </p:normalViewPr>
  <p:slideViewPr>
    <p:cSldViewPr snapToGrid="0" showGuides="1">
      <p:cViewPr varScale="1">
        <p:scale>
          <a:sx n="124" d="100"/>
          <a:sy n="124" d="100"/>
        </p:scale>
        <p:origin x="1424" y="192"/>
      </p:cViewPr>
      <p:guideLst>
        <p:guide orient="horz" pos="989"/>
        <p:guide orient="horz" pos="480"/>
        <p:guide pos="358"/>
        <p:guide pos="35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p:scale>
          <a:sx n="100" d="100"/>
          <a:sy n="100" d="100"/>
        </p:scale>
        <p:origin x="-1884" y="-72"/>
      </p:cViewPr>
      <p:guideLst>
        <p:guide orient="horz" pos="3024"/>
        <p:guide pos="2304"/>
      </p:guideLst>
    </p:cSldViewPr>
  </p:notesViewPr>
  <p:gridSpacing cx="60128" cy="60128"/>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handoutMaster" Target="handoutMasters/handoutMaster1.xml"/><Relationship Id="rId9" Type="http://schemas.openxmlformats.org/officeDocument/2006/relationships/presProps" Target="presProps.xml"/><Relationship Id="rId1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宋体" pitchFamily="2" charset="-122"/>
                <a:cs typeface="Times New Roman" pitchFamily="18" charset="0"/>
              </a:defRPr>
            </a:lvl1pPr>
          </a:lstStyle>
          <a:p>
            <a:pPr>
              <a:defRPr/>
            </a:pPr>
            <a:endParaRPr lang="en-US" altLang="zh-CN"/>
          </a:p>
        </p:txBody>
      </p:sp>
      <p:sp>
        <p:nvSpPr>
          <p:cNvPr id="123907"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cs typeface="Times New Roman" pitchFamily="18" charset="0"/>
              </a:defRPr>
            </a:lvl1pPr>
          </a:lstStyle>
          <a:p>
            <a:pPr>
              <a:defRPr/>
            </a:pPr>
            <a:endParaRPr lang="en-US" altLang="zh-CN"/>
          </a:p>
        </p:txBody>
      </p:sp>
      <p:sp>
        <p:nvSpPr>
          <p:cNvPr id="123908"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宋体" pitchFamily="2" charset="-122"/>
                <a:cs typeface="Times New Roman" pitchFamily="18" charset="0"/>
              </a:defRPr>
            </a:lvl1pPr>
          </a:lstStyle>
          <a:p>
            <a:pPr>
              <a:defRPr/>
            </a:pPr>
            <a:r>
              <a:rPr lang="zh-CN" altLang="en-US"/>
              <a:t>Requirement Aspects - Functional</a:t>
            </a:r>
            <a:endParaRPr lang="en-US" altLang="zh-CN" dirty="0"/>
          </a:p>
        </p:txBody>
      </p:sp>
      <p:sp>
        <p:nvSpPr>
          <p:cNvPr id="123909"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117AE83-4F8B-4801-A08D-6B155422082D}" type="slidenum">
              <a:rPr lang="zh-CN" altLang="en-US"/>
              <a:pPr/>
              <a:t>‹#›</a:t>
            </a:fld>
            <a:endParaRPr lang="en-US" altLang="zh-CN"/>
          </a:p>
        </p:txBody>
      </p:sp>
    </p:spTree>
    <p:extLst>
      <p:ext uri="{BB962C8B-B14F-4D97-AF65-F5344CB8AC3E}">
        <p14:creationId xmlns:p14="http://schemas.microsoft.com/office/powerpoint/2010/main" val="17024897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宋体" pitchFamily="2" charset="-122"/>
                <a:cs typeface="Times New Roman" pitchFamily="18" charset="0"/>
              </a:defRPr>
            </a:lvl1pPr>
          </a:lstStyle>
          <a:p>
            <a:pPr>
              <a:defRPr/>
            </a:pPr>
            <a:endParaRPr lang="en-US" altLang="zh-CN"/>
          </a:p>
        </p:txBody>
      </p:sp>
      <p:sp>
        <p:nvSpPr>
          <p:cNvPr id="5123"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cs typeface="Times New Roman" pitchFamily="18" charset="0"/>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1328738" y="720725"/>
            <a:ext cx="4659312"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000">
                <a:latin typeface="Arial" charset="0"/>
                <a:ea typeface="宋体" pitchFamily="2" charset="-122"/>
                <a:cs typeface="Times New Roman" pitchFamily="18" charset="0"/>
              </a:defRPr>
            </a:lvl1pPr>
          </a:lstStyle>
          <a:p>
            <a:pPr>
              <a:defRPr/>
            </a:pPr>
            <a:r>
              <a:rPr lang="zh-CN" altLang="en-US"/>
              <a:t>Requirement Aspects - Functional</a:t>
            </a:r>
            <a:endParaRPr lang="en-US" altLang="zh-CN" dirty="0"/>
          </a:p>
        </p:txBody>
      </p:sp>
      <p:sp>
        <p:nvSpPr>
          <p:cNvPr id="5127"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vl1pPr>
          </a:lstStyle>
          <a:p>
            <a:fld id="{72534F29-87BC-4192-A33F-770D64F25BBA}" type="slidenum">
              <a:rPr lang="zh-CN" altLang="en-US"/>
              <a:pPr/>
              <a:t>‹#›</a:t>
            </a:fld>
            <a:endParaRPr lang="en-US" altLang="zh-CN"/>
          </a:p>
        </p:txBody>
      </p:sp>
    </p:spTree>
    <p:extLst>
      <p:ext uri="{BB962C8B-B14F-4D97-AF65-F5344CB8AC3E}">
        <p14:creationId xmlns:p14="http://schemas.microsoft.com/office/powerpoint/2010/main" val="8512550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1pPr>
    <a:lvl2pPr marL="4572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2pPr>
    <a:lvl3pPr marL="9144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algn="r" eaLnBrk="1" hangingPunct="1"/>
            <a:fld id="{0AA65873-4671-4162-91AA-0819A69F12A1}" type="slidenum">
              <a:rPr lang="zh-CN" altLang="en-US" sz="1000"/>
              <a:pPr algn="r" eaLnBrk="1" hangingPunct="1"/>
              <a:t>1</a:t>
            </a:fld>
            <a:endParaRPr lang="en-US" altLang="zh-CN" sz="100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584326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algn="r" eaLnBrk="1" hangingPunct="1"/>
            <a:fld id="{8857EFDA-FB38-4231-A4D5-F85FFBD975AD}" type="slidenum">
              <a:rPr lang="zh-CN" altLang="en-US" sz="1000"/>
              <a:pPr algn="r" eaLnBrk="1" hangingPunct="1"/>
              <a:t>2</a:t>
            </a:fld>
            <a:endParaRPr lang="en-US" altLang="zh-CN" sz="1000"/>
          </a:p>
        </p:txBody>
      </p:sp>
      <p:sp>
        <p:nvSpPr>
          <p:cNvPr id="13315" name="Rectangle 2"/>
          <p:cNvSpPr>
            <a:spLocks noGrp="1" noRot="1" noChangeAspect="1" noChangeArrowheads="1" noTextEdit="1"/>
          </p:cNvSpPr>
          <p:nvPr>
            <p:ph type="sldImg"/>
          </p:nvPr>
        </p:nvSpPr>
        <p:spPr>
          <a:xfrm>
            <a:off x="1301750" y="738188"/>
            <a:ext cx="4683125" cy="3619500"/>
          </a:xfrm>
          <a:ln/>
        </p:spPr>
      </p:sp>
      <p:sp>
        <p:nvSpPr>
          <p:cNvPr id="13316" name="Rectangle 3"/>
          <p:cNvSpPr>
            <a:spLocks noGrp="1" noChangeArrowheads="1"/>
          </p:cNvSpPr>
          <p:nvPr>
            <p:ph type="body" idx="1"/>
          </p:nvPr>
        </p:nvSpPr>
        <p:spPr>
          <a:xfrm>
            <a:off x="971550" y="4578350"/>
            <a:ext cx="5345113" cy="4284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3086002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algn="r" eaLnBrk="1" hangingPunct="1"/>
            <a:fld id="{8857EFDA-FB38-4231-A4D5-F85FFBD975AD}" type="slidenum">
              <a:rPr lang="zh-CN" altLang="en-US" sz="1000"/>
              <a:pPr algn="r" eaLnBrk="1" hangingPunct="1"/>
              <a:t>3</a:t>
            </a:fld>
            <a:endParaRPr lang="en-US" altLang="zh-CN" sz="1000"/>
          </a:p>
        </p:txBody>
      </p:sp>
      <p:sp>
        <p:nvSpPr>
          <p:cNvPr id="13315" name="Rectangle 2"/>
          <p:cNvSpPr>
            <a:spLocks noGrp="1" noRot="1" noChangeAspect="1" noChangeArrowheads="1" noTextEdit="1"/>
          </p:cNvSpPr>
          <p:nvPr>
            <p:ph type="sldImg"/>
          </p:nvPr>
        </p:nvSpPr>
        <p:spPr>
          <a:xfrm>
            <a:off x="1301750" y="738188"/>
            <a:ext cx="4683125" cy="3619500"/>
          </a:xfrm>
          <a:ln/>
        </p:spPr>
      </p:sp>
      <p:sp>
        <p:nvSpPr>
          <p:cNvPr id="13316" name="Rectangle 3"/>
          <p:cNvSpPr>
            <a:spLocks noGrp="1" noChangeArrowheads="1"/>
          </p:cNvSpPr>
          <p:nvPr>
            <p:ph type="body" idx="1"/>
          </p:nvPr>
        </p:nvSpPr>
        <p:spPr>
          <a:xfrm>
            <a:off x="971550" y="4578350"/>
            <a:ext cx="5345113" cy="4284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2426040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algn="r" eaLnBrk="1" hangingPunct="1"/>
            <a:fld id="{8EFBB6B3-1083-4F30-81FE-BE7681C90748}" type="slidenum">
              <a:rPr lang="zh-CN" altLang="en-US" sz="1000"/>
              <a:pPr algn="r" eaLnBrk="1" hangingPunct="1"/>
              <a:t>4</a:t>
            </a:fld>
            <a:endParaRPr lang="en-US" altLang="zh-CN" sz="1000"/>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1368792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algn="r" eaLnBrk="1" hangingPunct="1"/>
            <a:fld id="{075CE753-DB39-4554-836C-7F049927BA83}" type="slidenum">
              <a:rPr lang="zh-CN" altLang="en-US" sz="1000"/>
              <a:pPr algn="r" eaLnBrk="1" hangingPunct="1"/>
              <a:t>5</a:t>
            </a:fld>
            <a:endParaRPr lang="en-US" altLang="zh-CN" sz="1000"/>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16990692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hyperlink" Target="http://www.ibm.com/legal/copytrade.shtml" TargetMode="External"/><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0058400" cy="777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5595938"/>
            <a:ext cx="10058400" cy="1001712"/>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sp>
        <p:nvSpPr>
          <p:cNvPr id="5" name="Rectangle 4"/>
          <p:cNvSpPr/>
          <p:nvPr userDrawn="1"/>
        </p:nvSpPr>
        <p:spPr>
          <a:xfrm>
            <a:off x="0" y="6664325"/>
            <a:ext cx="10058400" cy="403225"/>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pic>
        <p:nvPicPr>
          <p:cNvPr id="9"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89913" y="5545138"/>
            <a:ext cx="153352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132888" y="323850"/>
            <a:ext cx="6127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0868" y="5737364"/>
            <a:ext cx="5995924" cy="719307"/>
          </a:xfrm>
        </p:spPr>
        <p:txBody>
          <a:bodyPr>
            <a:normAutofit/>
          </a:bodyPr>
          <a:lstStyle>
            <a:lvl1pPr algn="l">
              <a:defRPr sz="2200">
                <a:solidFill>
                  <a:schemeClr val="bg1"/>
                </a:solidFill>
              </a:defRPr>
            </a:lvl1pPr>
          </a:lstStyle>
          <a:p>
            <a:r>
              <a:rPr lang="en-US"/>
              <a:t>Click to edit Master title style</a:t>
            </a:r>
            <a:endParaRPr lang="en-US" dirty="0"/>
          </a:p>
        </p:txBody>
      </p:sp>
      <p:sp>
        <p:nvSpPr>
          <p:cNvPr id="11" name="Subtitle 2"/>
          <p:cNvSpPr txBox="1">
            <a:spLocks/>
          </p:cNvSpPr>
          <p:nvPr userDrawn="1"/>
        </p:nvSpPr>
        <p:spPr>
          <a:xfrm>
            <a:off x="307975" y="207963"/>
            <a:ext cx="2487613" cy="239712"/>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solidFill>
                  <a:srgbClr val="003E68"/>
                </a:solidFill>
              </a:rPr>
              <a:t>Architectural Thinking Workshop</a:t>
            </a:r>
          </a:p>
        </p:txBody>
      </p:sp>
      <p:sp>
        <p:nvSpPr>
          <p:cNvPr id="12" name="Subtitle 2"/>
          <p:cNvSpPr txBox="1">
            <a:spLocks/>
          </p:cNvSpPr>
          <p:nvPr userDrawn="1"/>
        </p:nvSpPr>
        <p:spPr>
          <a:xfrm>
            <a:off x="4163805" y="6790405"/>
            <a:ext cx="3385439" cy="282672"/>
          </a:xfrm>
          <a:prstGeom prst="rect">
            <a:avLst/>
          </a:prstGeom>
        </p:spPr>
        <p:txBody>
          <a:bodyPr anchor="ctr">
            <a:normAutofit fontScale="4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IBM Confidential.</a:t>
            </a:r>
            <a:r>
              <a:rPr lang="en-US" sz="1000" baseline="0" dirty="0"/>
              <a:t> © Copyright International Business Machines Corporation 2017. All Rights Reserved. This document may not be copied distributed or reproduced in whole or in part without the prior written consent of IBM. </a:t>
            </a:r>
            <a:endParaRPr lang="en-US" sz="1000" dirty="0"/>
          </a:p>
        </p:txBody>
      </p:sp>
      <p:sp>
        <p:nvSpPr>
          <p:cNvPr id="13" name="Rectangle 5"/>
          <p:cNvSpPr>
            <a:spLocks noChangeArrowheads="1"/>
          </p:cNvSpPr>
          <p:nvPr userDrawn="1"/>
        </p:nvSpPr>
        <p:spPr bwMode="auto">
          <a:xfrm>
            <a:off x="174174" y="6389619"/>
            <a:ext cx="3815457" cy="571500"/>
          </a:xfrm>
          <a:prstGeom prst="rect">
            <a:avLst/>
          </a:prstGeom>
          <a:noFill/>
          <a:ln w="9525">
            <a:noFill/>
            <a:miter lim="800000"/>
            <a:headEnd/>
            <a:tailEnd/>
          </a:ln>
          <a:effectLst/>
        </p:spPr>
        <p:txBody>
          <a:bodyPr lIns="99443" tIns="49721" rIns="99443" bIns="49721" anchor="ctr"/>
          <a:lstStyle/>
          <a:p>
            <a:pPr algn="r" defTabSz="995363">
              <a:defRPr/>
            </a:pPr>
            <a:endParaRPr lang="en-US" altLang="zh-CN" sz="1100" dirty="0">
              <a:solidFill>
                <a:srgbClr val="336699"/>
              </a:solidFill>
              <a:latin typeface="Arial" charset="0"/>
              <a:cs typeface="Times New Roman" pitchFamily="18" charset="0"/>
            </a:endParaRPr>
          </a:p>
          <a:p>
            <a:pPr algn="r" defTabSz="995363">
              <a:defRPr/>
            </a:pPr>
            <a:endParaRPr lang="en-US" altLang="zh-CN" sz="1100" dirty="0">
              <a:solidFill>
                <a:srgbClr val="336699"/>
              </a:solidFill>
              <a:latin typeface="Arial" charset="0"/>
              <a:cs typeface="Times New Roman" pitchFamily="18" charset="0"/>
            </a:endParaRPr>
          </a:p>
          <a:p>
            <a:pPr algn="r" defTabSz="995363">
              <a:defRPr/>
            </a:pPr>
            <a:r>
              <a:rPr lang="en-GB" altLang="zh-CN" sz="1100" dirty="0">
                <a:solidFill>
                  <a:schemeClr val="bg1"/>
                </a:solidFill>
                <a:latin typeface="Arial" charset="0"/>
                <a:cs typeface="Times New Roman" pitchFamily="18" charset="0"/>
              </a:rPr>
              <a:t>IBM Professional Series: Architectural Thinking Workshop</a:t>
            </a:r>
          </a:p>
          <a:p>
            <a:pPr algn="r" defTabSz="995363">
              <a:defRPr/>
            </a:pPr>
            <a:r>
              <a:rPr lang="en-GB" altLang="zh-CN" sz="1100" dirty="0">
                <a:solidFill>
                  <a:schemeClr val="bg1"/>
                </a:solidFill>
                <a:latin typeface="Arial" charset="0"/>
                <a:cs typeface="Times New Roman" pitchFamily="18" charset="0"/>
              </a:rPr>
              <a:t>IBM Client Education                                         </a:t>
            </a:r>
            <a:r>
              <a:rPr lang="en-GB" altLang="zh-CN" sz="1100" dirty="0" smtClean="0">
                <a:solidFill>
                  <a:schemeClr val="bg1"/>
                </a:solidFill>
                <a:latin typeface="Arial" charset="0"/>
                <a:cs typeface="Times New Roman" pitchFamily="18" charset="0"/>
              </a:rPr>
              <a:t>	Version 7</a:t>
            </a:r>
            <a:endParaRPr lang="en-US" altLang="zh-CN" sz="1100" dirty="0">
              <a:solidFill>
                <a:schemeClr val="bg1"/>
              </a:solidFill>
              <a:latin typeface="Arial" charset="0"/>
              <a:cs typeface="Times New Roman" pitchFamily="18" charset="0"/>
            </a:endParaRPr>
          </a:p>
        </p:txBody>
      </p:sp>
    </p:spTree>
    <p:extLst>
      <p:ext uri="{BB962C8B-B14F-4D97-AF65-F5344CB8AC3E}">
        <p14:creationId xmlns:p14="http://schemas.microsoft.com/office/powerpoint/2010/main" val="307371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10058400" cy="887413"/>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pic>
        <p:nvPicPr>
          <p:cNvPr id="5"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59838" y="23813"/>
            <a:ext cx="8159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34963" y="7243763"/>
            <a:ext cx="428625" cy="412750"/>
          </a:xfrm>
          <a:prstGeom prst="rect">
            <a:avLst/>
          </a:prstGeom>
        </p:spPr>
        <p:txBody>
          <a:bodyPr anchor="b"/>
          <a:lstStyle>
            <a:lvl1pPr eaLnBrk="0" hangingPunct="0">
              <a:defRPr sz="2400">
                <a:solidFill>
                  <a:schemeClr val="tx1"/>
                </a:solidFill>
                <a:latin typeface="Arial" panose="020B0604020202020204" pitchFamily="34" charset="0"/>
                <a:ea typeface="SimSun" panose="02010600030101010101" pitchFamily="2" charset="-122"/>
              </a:defRPr>
            </a:lvl1pPr>
            <a:lvl2pPr marL="742950" indent="-285750" eaLnBrk="0" hangingPunct="0">
              <a:defRPr sz="2400">
                <a:solidFill>
                  <a:schemeClr val="tx1"/>
                </a:solidFill>
                <a:latin typeface="Arial" panose="020B0604020202020204" pitchFamily="34" charset="0"/>
                <a:ea typeface="SimSun" panose="02010600030101010101" pitchFamily="2" charset="-122"/>
              </a:defRPr>
            </a:lvl2pPr>
            <a:lvl3pPr marL="1143000" indent="-228600" eaLnBrk="0" hangingPunct="0">
              <a:defRPr sz="2400">
                <a:solidFill>
                  <a:schemeClr val="tx1"/>
                </a:solidFill>
                <a:latin typeface="Arial" panose="020B0604020202020204" pitchFamily="34" charset="0"/>
                <a:ea typeface="SimSun" panose="02010600030101010101" pitchFamily="2" charset="-122"/>
              </a:defRPr>
            </a:lvl3pPr>
            <a:lvl4pPr marL="1600200" indent="-228600" eaLnBrk="0" hangingPunct="0">
              <a:defRPr sz="2400">
                <a:solidFill>
                  <a:schemeClr val="tx1"/>
                </a:solidFill>
                <a:latin typeface="Arial" panose="020B0604020202020204" pitchFamily="34" charset="0"/>
                <a:ea typeface="SimSun" panose="02010600030101010101" pitchFamily="2" charset="-122"/>
              </a:defRPr>
            </a:lvl4pPr>
            <a:lvl5pPr marL="2057400" indent="-228600" eaLnBrk="0" hangingPunct="0">
              <a:defRPr sz="2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algn="ctr" eaLnBrk="1" hangingPunct="1">
              <a:defRPr/>
            </a:pPr>
            <a:fld id="{3DDA0D29-0C3E-46F0-841E-997441074A3A}" type="slidenum">
              <a:rPr lang="en-US" altLang="en-US" sz="990" smtClean="0">
                <a:solidFill>
                  <a:srgbClr val="003E68"/>
                </a:solidFill>
                <a:cs typeface="Arial" panose="020B0604020202020204" pitchFamily="34" charset="0"/>
              </a:rPr>
              <a:pPr algn="ctr" eaLnBrk="1" hangingPunct="1">
                <a:defRPr/>
              </a:pPr>
              <a:t>‹#›</a:t>
            </a:fld>
            <a:endParaRPr lang="en-US" altLang="en-US" sz="990" dirty="0">
              <a:solidFill>
                <a:srgbClr val="003E68"/>
              </a:solidFill>
              <a:cs typeface="Arial" panose="020B0604020202020204" pitchFamily="34" charset="0"/>
            </a:endParaRPr>
          </a:p>
        </p:txBody>
      </p:sp>
      <p:pic>
        <p:nvPicPr>
          <p:cNvPr id="9"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51925" y="7342188"/>
            <a:ext cx="6143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35279" y="1"/>
            <a:ext cx="8453770" cy="880871"/>
          </a:xfrm>
        </p:spPr>
        <p:txBody>
          <a:bodyPr>
            <a:normAutofit/>
          </a:bodyPr>
          <a:lstStyle>
            <a:lvl1pPr>
              <a:defRPr sz="2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335280" y="1297559"/>
            <a:ext cx="9361018" cy="4931516"/>
          </a:xfrm>
        </p:spPr>
        <p:txBody>
          <a:bodyPr>
            <a:normAutofit/>
          </a:bodyPr>
          <a:lstStyle>
            <a:lvl1pPr>
              <a:buClr>
                <a:srgbClr val="00669E"/>
              </a:buClr>
              <a:defRPr sz="1540"/>
            </a:lvl1pPr>
            <a:lvl2pPr>
              <a:buClr>
                <a:srgbClr val="00669E"/>
              </a:buClr>
              <a:defRPr sz="1540"/>
            </a:lvl2pPr>
            <a:lvl3pPr>
              <a:buClr>
                <a:srgbClr val="00669E"/>
              </a:buClr>
              <a:defRPr sz="1540"/>
            </a:lvl3pPr>
            <a:lvl4pPr>
              <a:buClr>
                <a:srgbClr val="00669E"/>
              </a:buClr>
              <a:defRPr sz="1540"/>
            </a:lvl4pPr>
            <a:lvl5pPr>
              <a:buClr>
                <a:srgbClr val="00669E"/>
              </a:buClr>
              <a:defRPr sz="154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619125" y="7300087"/>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3" name="Subtitle 2"/>
          <p:cNvSpPr txBox="1">
            <a:spLocks/>
          </p:cNvSpPr>
          <p:nvPr userDrawn="1"/>
        </p:nvSpPr>
        <p:spPr>
          <a:xfrm>
            <a:off x="2518914" y="7358661"/>
            <a:ext cx="5589916" cy="254792"/>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2434334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4" name="Rectangle 3"/>
          <p:cNvSpPr/>
          <p:nvPr userDrawn="1"/>
        </p:nvSpPr>
        <p:spPr>
          <a:xfrm>
            <a:off x="0" y="0"/>
            <a:ext cx="10058400" cy="636588"/>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p>
        </p:txBody>
      </p:sp>
      <p:sp>
        <p:nvSpPr>
          <p:cNvPr id="5" name="Rectangle 4"/>
          <p:cNvSpPr/>
          <p:nvPr userDrawn="1"/>
        </p:nvSpPr>
        <p:spPr>
          <a:xfrm>
            <a:off x="0" y="0"/>
            <a:ext cx="10058400" cy="498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p>
        </p:txBody>
      </p:sp>
      <p:pic>
        <p:nvPicPr>
          <p:cNvPr id="6" name="Picture 1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76350"/>
            <a:ext cx="10058400" cy="579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userDrawn="1"/>
        </p:nvSpPr>
        <p:spPr>
          <a:xfrm>
            <a:off x="0" y="0"/>
            <a:ext cx="10058400" cy="1008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latin typeface="Arial" panose="020B0604020202020204" pitchFamily="34" charset="0"/>
              <a:cs typeface="Arial" panose="020B0604020202020204" pitchFamily="34" charset="0"/>
            </a:endParaRPr>
          </a:p>
        </p:txBody>
      </p:sp>
      <p:sp>
        <p:nvSpPr>
          <p:cNvPr id="8" name="Rectangle 7"/>
          <p:cNvSpPr/>
          <p:nvPr userDrawn="1"/>
        </p:nvSpPr>
        <p:spPr>
          <a:xfrm>
            <a:off x="0" y="0"/>
            <a:ext cx="10058400" cy="7772400"/>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dirty="0">
              <a:latin typeface="Arial" panose="020B0604020202020204" pitchFamily="34" charset="0"/>
              <a:cs typeface="Arial" panose="020B0604020202020204" pitchFamily="34" charset="0"/>
            </a:endParaRPr>
          </a:p>
        </p:txBody>
      </p:sp>
      <p:cxnSp>
        <p:nvCxnSpPr>
          <p:cNvPr id="9" name="Straight Connector 8"/>
          <p:cNvCxnSpPr/>
          <p:nvPr userDrawn="1"/>
        </p:nvCxnSpPr>
        <p:spPr>
          <a:xfrm>
            <a:off x="284163" y="7083425"/>
            <a:ext cx="9490075" cy="0"/>
          </a:xfrm>
          <a:prstGeom prst="line">
            <a:avLst/>
          </a:prstGeom>
          <a:ln>
            <a:solidFill>
              <a:srgbClr val="82D2F5"/>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0" y="260350"/>
            <a:ext cx="10058400" cy="887413"/>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fontAlgn="auto" hangingPunct="1">
              <a:spcBef>
                <a:spcPts val="0"/>
              </a:spcBef>
              <a:spcAft>
                <a:spcPts val="0"/>
              </a:spcAft>
              <a:defRPr/>
            </a:pPr>
            <a:endParaRPr lang="en-US" sz="1760" dirty="0">
              <a:latin typeface="Arial" panose="020B0604020202020204" pitchFamily="34" charset="0"/>
              <a:cs typeface="Arial" panose="020B0604020202020204" pitchFamily="34" charset="0"/>
            </a:endParaRPr>
          </a:p>
        </p:txBody>
      </p:sp>
      <p:pic>
        <p:nvPicPr>
          <p:cNvPr id="11"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75638" y="1588"/>
            <a:ext cx="1363662"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5"/>
          <p:cNvSpPr txBox="1">
            <a:spLocks/>
          </p:cNvSpPr>
          <p:nvPr userDrawn="1"/>
        </p:nvSpPr>
        <p:spPr>
          <a:xfrm>
            <a:off x="334963" y="7243763"/>
            <a:ext cx="428625" cy="412750"/>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420A5B92-D503-4D98-9BA6-A3A05DA5F1D2}" type="slidenum">
              <a:rPr lang="en-US" altLang="en-US" sz="99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90" b="0">
              <a:solidFill>
                <a:srgbClr val="003E68"/>
              </a:solidFill>
              <a:ea typeface="SimSun" panose="02010600030101010101" pitchFamily="2" charset="-122"/>
              <a:cs typeface="Arial" panose="020B0604020202020204" pitchFamily="34" charset="0"/>
            </a:endParaRPr>
          </a:p>
        </p:txBody>
      </p:sp>
      <p:pic>
        <p:nvPicPr>
          <p:cNvPr id="16" name="Picture 1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51925" y="7342188"/>
            <a:ext cx="6143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itle Placeholder 1"/>
          <p:cNvSpPr>
            <a:spLocks noGrp="1"/>
          </p:cNvSpPr>
          <p:nvPr>
            <p:ph type="title"/>
          </p:nvPr>
        </p:nvSpPr>
        <p:spPr>
          <a:xfrm>
            <a:off x="315191" y="311021"/>
            <a:ext cx="7467600" cy="779315"/>
          </a:xfrm>
          <a:prstGeom prst="rect">
            <a:avLst/>
          </a:prstGeom>
        </p:spPr>
        <p:txBody>
          <a:bodyPr rtlCol="0">
            <a:normAutofit/>
          </a:bodyPr>
          <a:lstStyle>
            <a:lvl1pPr>
              <a:defRPr sz="220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idx="1"/>
          </p:nvPr>
        </p:nvSpPr>
        <p:spPr>
          <a:xfrm>
            <a:off x="335280" y="1297559"/>
            <a:ext cx="9361018" cy="4931516"/>
          </a:xfrm>
        </p:spPr>
        <p:txBody>
          <a:bodyPr>
            <a:normAutofit/>
          </a:bodyPr>
          <a:lstStyle>
            <a:lvl1pPr marL="502920" indent="-502920">
              <a:buClr>
                <a:srgbClr val="8CC63E"/>
              </a:buClr>
              <a:buFont typeface="Arial" pitchFamily="34" charset="0"/>
              <a:buChar char="►"/>
              <a:defRPr sz="1760"/>
            </a:lvl1pPr>
            <a:lvl2pPr marL="887095" indent="-384175">
              <a:buClr>
                <a:srgbClr val="8CC63E"/>
              </a:buClr>
              <a:buSzPct val="75000"/>
              <a:buFont typeface="Arial" pitchFamily="34" charset="0"/>
              <a:buChar char="►"/>
              <a:defRPr sz="1540"/>
            </a:lvl2pPr>
            <a:lvl3pPr>
              <a:buClr>
                <a:srgbClr val="00669E"/>
              </a:buClr>
              <a:defRPr sz="1540"/>
            </a:lvl3pPr>
            <a:lvl4pPr>
              <a:buClr>
                <a:srgbClr val="00669E"/>
              </a:buClr>
              <a:defRPr sz="1540"/>
            </a:lvl4pPr>
            <a:lvl5pPr>
              <a:buClr>
                <a:srgbClr val="00669E"/>
              </a:buClr>
              <a:defRPr sz="154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Footer Placeholder 4"/>
          <p:cNvSpPr txBox="1">
            <a:spLocks/>
          </p:cNvSpPr>
          <p:nvPr userDrawn="1"/>
        </p:nvSpPr>
        <p:spPr>
          <a:xfrm>
            <a:off x="619125" y="7300087"/>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8" name="Subtitle 2"/>
          <p:cNvSpPr txBox="1">
            <a:spLocks/>
          </p:cNvSpPr>
          <p:nvPr userDrawn="1"/>
        </p:nvSpPr>
        <p:spPr>
          <a:xfrm>
            <a:off x="2518914" y="7358661"/>
            <a:ext cx="5589916" cy="254792"/>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2405048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
          <p:cNvSpPr/>
          <p:nvPr userDrawn="1"/>
        </p:nvSpPr>
        <p:spPr>
          <a:xfrm>
            <a:off x="0" y="3443288"/>
            <a:ext cx="10058400" cy="1236662"/>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760"/>
          </a:p>
        </p:txBody>
      </p:sp>
      <p:pic>
        <p:nvPicPr>
          <p:cNvPr id="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29613" y="3444875"/>
            <a:ext cx="1158875"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0"/>
            <a:ext cx="10058400" cy="1446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760" dirty="0"/>
          </a:p>
        </p:txBody>
      </p:sp>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51925" y="7335838"/>
            <a:ext cx="61436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34963" y="7243763"/>
            <a:ext cx="428625" cy="412750"/>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855DAA50-A8B5-47C4-98FC-104C215B965A}" type="slidenum">
              <a:rPr lang="en-US" altLang="en-US" sz="99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90" b="0">
              <a:solidFill>
                <a:srgbClr val="003E68"/>
              </a:solidFill>
              <a:ea typeface="SimSun" panose="02010600030101010101" pitchFamily="2" charset="-122"/>
              <a:cs typeface="Arial" panose="020B0604020202020204" pitchFamily="34" charset="0"/>
            </a:endParaRPr>
          </a:p>
        </p:txBody>
      </p:sp>
      <p:sp>
        <p:nvSpPr>
          <p:cNvPr id="9" name="object 3"/>
          <p:cNvSpPr txBox="1">
            <a:spLocks noChangeArrowheads="1"/>
          </p:cNvSpPr>
          <p:nvPr userDrawn="1"/>
        </p:nvSpPr>
        <p:spPr bwMode="auto">
          <a:xfrm>
            <a:off x="423863" y="4843463"/>
            <a:ext cx="8710612"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eaLnBrk="1" hangingPunct="1">
              <a:defRPr/>
            </a:pPr>
            <a:r>
              <a:rPr lang="en-US" sz="1100" dirty="0"/>
              <a:t>IBM, the IBM logo, and ibm.com are trademarks or registered trademarks of International Business Machines Corporation in the United States, other countries, or both. If these and other IBM trademarked terms are marked on their first occurrence in this information with a trademark symbol (® or ™), these symbols indicate U.S. registered or common law trademarks owned by IBM at the time this information was published. Such trademarks may also be registered or common law trademarks in other countries. A current list of IBM trademarks is available on the Web at "</a:t>
            </a:r>
            <a:r>
              <a:rPr lang="en-US" sz="1100" dirty="0">
                <a:hlinkClick r:id="rId4"/>
              </a:rPr>
              <a:t>Copyright and trademark information</a:t>
            </a:r>
            <a:r>
              <a:rPr lang="en-US" sz="1100" dirty="0"/>
              <a:t>.“ Java and all Java-based trademarks and logos are trademarks or registered trademarks of Oracle and its affiliates.</a:t>
            </a:r>
          </a:p>
          <a:p>
            <a:pPr eaLnBrk="1" hangingPunct="1">
              <a:defRPr/>
            </a:pPr>
            <a:endParaRPr lang="en-US" sz="1100" dirty="0"/>
          </a:p>
          <a:p>
            <a:pPr eaLnBrk="1" hangingPunct="1">
              <a:defRPr/>
            </a:pPr>
            <a:r>
              <a:rPr lang="en-US" sz="1100" dirty="0"/>
              <a:t>Linux is a trademark of Linus Torvalds in the United States, or other countries, or both. Microsoft, Excel, PowerPoint, Project, Visio, Word, and Windows are trademarks of the Microsoft Corporation in the United States, other countries, or both. UML is a registered trademark of Object Management Group, Inc. in the United States and/or other countries. TOGAF and UNIX are registered trademarks of The Open Group in the United States and other countries. Other company, product, and service names may be trademarks of IBM or other companies. Citrix is a trademark of Citrix Systems, Inc. and one or more of its subsidiaries, and may be registered in the United States Patent and Trademark Office and in other countries.</a:t>
            </a:r>
            <a:endParaRPr lang="en-US" altLang="en-US" sz="1100" dirty="0">
              <a:cs typeface="Arial" panose="020B0604020202020204" pitchFamily="34" charset="0"/>
            </a:endParaRPr>
          </a:p>
        </p:txBody>
      </p:sp>
      <p:sp>
        <p:nvSpPr>
          <p:cNvPr id="10" name="Footer Placeholder 4"/>
          <p:cNvSpPr txBox="1">
            <a:spLocks/>
          </p:cNvSpPr>
          <p:nvPr userDrawn="1"/>
        </p:nvSpPr>
        <p:spPr>
          <a:xfrm>
            <a:off x="619125" y="7300087"/>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518914" y="7358661"/>
            <a:ext cx="5589916" cy="254792"/>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586915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10058400" cy="887413"/>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pic>
        <p:nvPicPr>
          <p:cNvPr id="6"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59838" y="23813"/>
            <a:ext cx="8159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51925" y="7342188"/>
            <a:ext cx="6143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lide Number Placeholder 5"/>
          <p:cNvSpPr txBox="1">
            <a:spLocks/>
          </p:cNvSpPr>
          <p:nvPr userDrawn="1"/>
        </p:nvSpPr>
        <p:spPr>
          <a:xfrm>
            <a:off x="334963" y="7243763"/>
            <a:ext cx="428625" cy="412750"/>
          </a:xfrm>
          <a:prstGeom prst="rect">
            <a:avLst/>
          </a:prstGeom>
        </p:spPr>
        <p:txBody>
          <a:bodyPr anchor="b"/>
          <a:lstStyle>
            <a:lvl1pPr eaLnBrk="0" hangingPunct="0">
              <a:defRPr sz="2400">
                <a:solidFill>
                  <a:schemeClr val="tx1"/>
                </a:solidFill>
                <a:latin typeface="Arial" panose="020B0604020202020204" pitchFamily="34" charset="0"/>
                <a:ea typeface="SimSun" panose="02010600030101010101" pitchFamily="2" charset="-122"/>
              </a:defRPr>
            </a:lvl1pPr>
            <a:lvl2pPr marL="742950" indent="-285750" eaLnBrk="0" hangingPunct="0">
              <a:defRPr sz="2400">
                <a:solidFill>
                  <a:schemeClr val="tx1"/>
                </a:solidFill>
                <a:latin typeface="Arial" panose="020B0604020202020204" pitchFamily="34" charset="0"/>
                <a:ea typeface="SimSun" panose="02010600030101010101" pitchFamily="2" charset="-122"/>
              </a:defRPr>
            </a:lvl2pPr>
            <a:lvl3pPr marL="1143000" indent="-228600" eaLnBrk="0" hangingPunct="0">
              <a:defRPr sz="2400">
                <a:solidFill>
                  <a:schemeClr val="tx1"/>
                </a:solidFill>
                <a:latin typeface="Arial" panose="020B0604020202020204" pitchFamily="34" charset="0"/>
                <a:ea typeface="SimSun" panose="02010600030101010101" pitchFamily="2" charset="-122"/>
              </a:defRPr>
            </a:lvl3pPr>
            <a:lvl4pPr marL="1600200" indent="-228600" eaLnBrk="0" hangingPunct="0">
              <a:defRPr sz="2400">
                <a:solidFill>
                  <a:schemeClr val="tx1"/>
                </a:solidFill>
                <a:latin typeface="Arial" panose="020B0604020202020204" pitchFamily="34" charset="0"/>
                <a:ea typeface="SimSun" panose="02010600030101010101" pitchFamily="2" charset="-122"/>
              </a:defRPr>
            </a:lvl4pPr>
            <a:lvl5pPr marL="2057400" indent="-228600" eaLnBrk="0" hangingPunct="0">
              <a:defRPr sz="2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algn="ctr" eaLnBrk="1" hangingPunct="1">
              <a:defRPr/>
            </a:pPr>
            <a:fld id="{964FFEE3-1C4A-4D0F-81AA-020C8A8C6110}" type="slidenum">
              <a:rPr lang="en-US" altLang="en-US" sz="990" smtClean="0">
                <a:solidFill>
                  <a:srgbClr val="003E68"/>
                </a:solidFill>
                <a:cs typeface="Arial" panose="020B0604020202020204" pitchFamily="34" charset="0"/>
              </a:rPr>
              <a:pPr algn="ctr" eaLnBrk="1" hangingPunct="1">
                <a:defRPr/>
              </a:pPr>
              <a:t>‹#›</a:t>
            </a:fld>
            <a:endParaRPr lang="en-US" altLang="en-US" sz="990" dirty="0">
              <a:solidFill>
                <a:srgbClr val="003E68"/>
              </a:solidFill>
              <a:cs typeface="Arial" panose="020B0604020202020204" pitchFamily="34" charset="0"/>
            </a:endParaRPr>
          </a:p>
        </p:txBody>
      </p:sp>
      <p:sp>
        <p:nvSpPr>
          <p:cNvPr id="2" name="Title 1"/>
          <p:cNvSpPr>
            <a:spLocks noGrp="1"/>
          </p:cNvSpPr>
          <p:nvPr>
            <p:ph type="title"/>
          </p:nvPr>
        </p:nvSpPr>
        <p:spPr>
          <a:xfrm>
            <a:off x="335279" y="1"/>
            <a:ext cx="8453770" cy="880871"/>
          </a:xfrm>
        </p:spPr>
        <p:txBody>
          <a:bodyPr>
            <a:normAutofit/>
          </a:bodyPr>
          <a:lstStyle>
            <a:lvl1pPr>
              <a:defRPr sz="22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35280" y="1297557"/>
            <a:ext cx="4425696" cy="5751576"/>
          </a:xfrm>
          <a:noFill/>
          <a:ln w="9525">
            <a:noFill/>
            <a:miter lim="800000"/>
            <a:headEnd/>
            <a:tailEnd/>
          </a:ln>
        </p:spPr>
        <p:txBody>
          <a:bodyPr/>
          <a:lstStyle>
            <a:lvl1pPr marL="0" indent="-251460" algn="l" rtl="0" eaLnBrk="0" fontAlgn="base" hangingPunct="0">
              <a:lnSpc>
                <a:spcPct val="90000"/>
              </a:lnSpc>
              <a:spcAft>
                <a:spcPct val="0"/>
              </a:spcAft>
              <a:buClr>
                <a:srgbClr val="00669E"/>
              </a:buClr>
              <a:buFont typeface="Arial" pitchFamily="34" charset="0"/>
              <a:buChar char="•"/>
              <a:defRPr lang="en-US" sz="3080" kern="1200" dirty="0">
                <a:solidFill>
                  <a:schemeClr val="tx1"/>
                </a:solidFill>
                <a:latin typeface="Arial" panose="020B0604020202020204" pitchFamily="34" charset="0"/>
                <a:ea typeface="+mn-ea"/>
                <a:cs typeface="Arial" panose="020B0604020202020204" pitchFamily="34" charset="0"/>
              </a:defRPr>
            </a:lvl1pPr>
            <a:lvl2pPr marL="502920" indent="0">
              <a:buClr>
                <a:srgbClr val="00669E"/>
              </a:buClr>
              <a:buNone/>
              <a:defRPr sz="1980"/>
            </a:lvl2pPr>
            <a:lvl3pPr marL="1005840" indent="0">
              <a:buClr>
                <a:srgbClr val="00669E"/>
              </a:buClr>
              <a:buNone/>
              <a:defRPr sz="1980"/>
            </a:lvl3pPr>
            <a:lvl4pPr marL="1508760" indent="0">
              <a:buClr>
                <a:srgbClr val="00669E"/>
              </a:buClr>
              <a:buNone/>
              <a:defRPr sz="1980"/>
            </a:lvl4pPr>
            <a:lvl5pPr marL="2011680" indent="0">
              <a:buClr>
                <a:srgbClr val="00669E"/>
              </a:buClr>
              <a:buNone/>
              <a:defRPr sz="1980"/>
            </a:lvl5pPr>
          </a:lstStyle>
          <a:p>
            <a:pPr lvl="0"/>
            <a:r>
              <a:rPr lang="en-US" dirty="0"/>
              <a:t>Edit Master text styles</a:t>
            </a:r>
          </a:p>
        </p:txBody>
      </p:sp>
      <p:sp>
        <p:nvSpPr>
          <p:cNvPr id="10" name="Text Placeholder 9"/>
          <p:cNvSpPr>
            <a:spLocks noGrp="1"/>
          </p:cNvSpPr>
          <p:nvPr>
            <p:ph type="body" sz="quarter" idx="10"/>
          </p:nvPr>
        </p:nvSpPr>
        <p:spPr>
          <a:xfrm>
            <a:off x="4910866" y="1295400"/>
            <a:ext cx="4425696" cy="5751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619125" y="7300087"/>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3" name="Subtitle 2"/>
          <p:cNvSpPr txBox="1">
            <a:spLocks/>
          </p:cNvSpPr>
          <p:nvPr userDrawn="1"/>
        </p:nvSpPr>
        <p:spPr>
          <a:xfrm>
            <a:off x="2518914" y="7358661"/>
            <a:ext cx="5589916" cy="254792"/>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27485940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tags" Target="../tags/tag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92150" y="414338"/>
            <a:ext cx="86741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92150" y="2068513"/>
            <a:ext cx="867410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92150" y="7204075"/>
            <a:ext cx="2262188" cy="414338"/>
          </a:xfrm>
          <a:prstGeom prst="rect">
            <a:avLst/>
          </a:prstGeom>
        </p:spPr>
        <p:txBody>
          <a:bodyPr vert="horz" lIns="91440" tIns="45720" rIns="91440" bIns="45720" rtlCol="0" anchor="ctr"/>
          <a:lstStyle>
            <a:lvl1pPr algn="l" eaLnBrk="1" fontAlgn="auto" hangingPunct="1">
              <a:spcBef>
                <a:spcPts val="0"/>
              </a:spcBef>
              <a:spcAft>
                <a:spcPts val="0"/>
              </a:spcAft>
              <a:defRPr sz="132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endParaRPr lang="en-US"/>
          </a:p>
        </p:txBody>
      </p:sp>
      <p:sp>
        <p:nvSpPr>
          <p:cNvPr id="5" name="Footer Placeholder 4"/>
          <p:cNvSpPr>
            <a:spLocks noGrp="1"/>
          </p:cNvSpPr>
          <p:nvPr>
            <p:ph type="ftr" sz="quarter" idx="3"/>
          </p:nvPr>
        </p:nvSpPr>
        <p:spPr>
          <a:xfrm>
            <a:off x="3332163" y="7204075"/>
            <a:ext cx="3598862" cy="414338"/>
          </a:xfrm>
          <a:prstGeom prst="rect">
            <a:avLst/>
          </a:prstGeom>
        </p:spPr>
        <p:txBody>
          <a:bodyPr vert="horz" lIns="91440" tIns="45720" rIns="91440" bIns="45720" rtlCol="0" anchor="ctr"/>
          <a:lstStyle>
            <a:lvl1pPr algn="ctr" eaLnBrk="1" fontAlgn="auto" hangingPunct="1">
              <a:spcBef>
                <a:spcPts val="0"/>
              </a:spcBef>
              <a:spcAft>
                <a:spcPts val="0"/>
              </a:spcAft>
              <a:defRPr sz="132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r>
              <a:rPr lang="en-US"/>
              <a:t>IBM Confidential © IBM Corporation 2016</a:t>
            </a:r>
          </a:p>
        </p:txBody>
      </p:sp>
      <p:sp>
        <p:nvSpPr>
          <p:cNvPr id="6" name="Slide Number Placeholder 5"/>
          <p:cNvSpPr>
            <a:spLocks noGrp="1"/>
          </p:cNvSpPr>
          <p:nvPr>
            <p:ph type="sldNum" sz="quarter" idx="4"/>
          </p:nvPr>
        </p:nvSpPr>
        <p:spPr>
          <a:xfrm>
            <a:off x="7104063" y="7204075"/>
            <a:ext cx="2262187" cy="414338"/>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320">
                <a:solidFill>
                  <a:srgbClr val="898989"/>
                </a:solidFill>
                <a:ea typeface="ＭＳ Ｐゴシック" panose="020B0600070205080204" pitchFamily="34" charset="-128"/>
                <a:cs typeface="Arial" panose="020B0604020202020204" pitchFamily="34" charset="0"/>
              </a:defRPr>
            </a:lvl1pPr>
          </a:lstStyle>
          <a:p>
            <a:pPr>
              <a:defRPr/>
            </a:pPr>
            <a:fld id="{FDBDE416-9C25-44C2-9F80-46BB2108F265}" type="slidenum">
              <a:rPr lang="en-US" altLang="en-US"/>
              <a:pPr>
                <a:defRPr/>
              </a:pPr>
              <a:t>‹#›</a:t>
            </a:fld>
            <a:endParaRPr lang="en-US" altLang="en-US" dirty="0"/>
          </a:p>
        </p:txBody>
      </p:sp>
    </p:spTree>
    <p:custDataLst>
      <p:tags r:id="rId7"/>
    </p:custDataLst>
    <p:extLst>
      <p:ext uri="{BB962C8B-B14F-4D97-AF65-F5344CB8AC3E}">
        <p14:creationId xmlns:p14="http://schemas.microsoft.com/office/powerpoint/2010/main" val="3716013974"/>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Lst>
  <p:hf hdr="0" dt="0"/>
  <p:txStyles>
    <p:titleStyle>
      <a:lvl1pPr algn="l" rtl="0" eaLnBrk="0" fontAlgn="base" hangingPunct="0">
        <a:lnSpc>
          <a:spcPct val="90000"/>
        </a:lnSpc>
        <a:spcBef>
          <a:spcPct val="0"/>
        </a:spcBef>
        <a:spcAft>
          <a:spcPct val="0"/>
        </a:spcAft>
        <a:defRPr sz="48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5pPr>
      <a:lvl6pPr marL="50292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6pPr>
      <a:lvl7pPr marL="100584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7pPr>
      <a:lvl8pPr marL="150876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8pPr>
      <a:lvl9pPr marL="201168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9pPr>
    </p:titleStyle>
    <p:bodyStyle>
      <a:lvl1pPr marL="250825" indent="-250825" algn="l"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Arial" panose="020B0604020202020204" pitchFamily="34" charset="0"/>
          <a:ea typeface="+mn-ea"/>
          <a:cs typeface="Arial" panose="020B0604020202020204" pitchFamily="34" charset="0"/>
        </a:defRPr>
      </a:lvl1pPr>
      <a:lvl2pPr marL="754063" indent="-250825" algn="l"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257300" indent="-250825" algn="l"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58950" indent="-250825" algn="l" rtl="0" eaLnBrk="0" fontAlgn="base" hangingPunct="0">
        <a:lnSpc>
          <a:spcPct val="90000"/>
        </a:lnSpc>
        <a:spcBef>
          <a:spcPts val="55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262188" indent="-250825" algn="l" rtl="0" eaLnBrk="0" fontAlgn="base" hangingPunct="0">
        <a:lnSpc>
          <a:spcPct val="90000"/>
        </a:lnSpc>
        <a:spcBef>
          <a:spcPts val="55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r>
              <a:rPr lang="en-US" altLang="zh-CN" smtClean="0"/>
              <a:t>Exercise 1: Requirements Definition</a:t>
            </a:r>
            <a:br>
              <a:rPr lang="en-US" altLang="zh-CN" smtClean="0"/>
            </a:br>
            <a:r>
              <a:rPr lang="en-US" altLang="zh-CN" smtClean="0"/>
              <a:t>(Exercise Description)</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indent="0" eaLnBrk="1" hangingPunct="1">
              <a:lnSpc>
                <a:spcPct val="90000"/>
              </a:lnSpc>
            </a:pPr>
            <a:r>
              <a:rPr lang="en-GB" altLang="en-US" sz="2400" dirty="0"/>
              <a:t>Some tricks of the trade for the breakout exercises </a:t>
            </a:r>
            <a:r>
              <a:rPr lang="en-US" altLang="en-US" sz="2400" dirty="0"/>
              <a:t>(1 of 2) </a:t>
            </a:r>
            <a:endParaRPr lang="en-GB" altLang="en-US" sz="2400" dirty="0"/>
          </a:p>
        </p:txBody>
      </p:sp>
      <p:sp>
        <p:nvSpPr>
          <p:cNvPr id="6147" name="Rectangle 3"/>
          <p:cNvSpPr>
            <a:spLocks noGrp="1" noChangeArrowheads="1"/>
          </p:cNvSpPr>
          <p:nvPr>
            <p:ph idx="1"/>
          </p:nvPr>
        </p:nvSpPr>
        <p:spPr>
          <a:xfrm>
            <a:off x="335280" y="1297558"/>
            <a:ext cx="9361018" cy="5696365"/>
          </a:xfrm>
        </p:spPr>
        <p:txBody>
          <a:bodyPr>
            <a:noAutofit/>
          </a:bodyPr>
          <a:lstStyle/>
          <a:p>
            <a:pPr marL="0" indent="0" eaLnBrk="1" hangingPunct="1">
              <a:lnSpc>
                <a:spcPct val="70000"/>
              </a:lnSpc>
              <a:buFont typeface="Wingdings" panose="05000000000000000000" pitchFamily="2" charset="2"/>
              <a:buNone/>
            </a:pPr>
            <a:r>
              <a:rPr lang="en-GB" altLang="en-US" sz="1800" dirty="0"/>
              <a:t>For the </a:t>
            </a:r>
            <a:r>
              <a:rPr lang="en-GB" altLang="en-US" sz="1800" i="1" dirty="0"/>
              <a:t>breakout exercises</a:t>
            </a:r>
            <a:r>
              <a:rPr lang="en-GB" altLang="en-US" sz="1800" dirty="0"/>
              <a:t>, you’ll be in multidisciplinary teams.</a:t>
            </a:r>
          </a:p>
          <a:p>
            <a:pPr marL="465138" lvl="1" indent="-231775" eaLnBrk="1" hangingPunct="1">
              <a:lnSpc>
                <a:spcPct val="70000"/>
              </a:lnSpc>
              <a:buFont typeface="Wingdings" panose="05000000000000000000" pitchFamily="2" charset="2"/>
              <a:buChar char="§"/>
            </a:pPr>
            <a:r>
              <a:rPr lang="en-GB" altLang="en-US" sz="1800" dirty="0"/>
              <a:t>Make sure you know who knows what.</a:t>
            </a:r>
          </a:p>
          <a:p>
            <a:pPr eaLnBrk="1" hangingPunct="1">
              <a:lnSpc>
                <a:spcPct val="70000"/>
              </a:lnSpc>
              <a:buFont typeface="Wingdings" panose="05000000000000000000" pitchFamily="2" charset="2"/>
              <a:buChar char="§"/>
            </a:pPr>
            <a:endParaRPr lang="en-GB" altLang="en-US" sz="1800" dirty="0"/>
          </a:p>
          <a:p>
            <a:pPr marL="0" indent="0" eaLnBrk="1" hangingPunct="1">
              <a:lnSpc>
                <a:spcPct val="70000"/>
              </a:lnSpc>
              <a:buFont typeface="Wingdings" panose="05000000000000000000" pitchFamily="2" charset="2"/>
              <a:buNone/>
            </a:pPr>
            <a:r>
              <a:rPr lang="en-GB" altLang="en-US" sz="1800" dirty="0"/>
              <a:t>Identify on your team:</a:t>
            </a:r>
          </a:p>
          <a:p>
            <a:pPr marL="465138" lvl="1" indent="-231775" eaLnBrk="1" hangingPunct="1">
              <a:lnSpc>
                <a:spcPct val="70000"/>
              </a:lnSpc>
              <a:buFont typeface="Wingdings" panose="05000000000000000000" pitchFamily="2" charset="2"/>
              <a:buChar char="§"/>
            </a:pPr>
            <a:r>
              <a:rPr lang="en-GB" altLang="en-US" sz="1800" dirty="0"/>
              <a:t>A scribe</a:t>
            </a:r>
          </a:p>
          <a:p>
            <a:pPr marL="465138" lvl="1" indent="-231775" eaLnBrk="1" hangingPunct="1">
              <a:lnSpc>
                <a:spcPct val="70000"/>
              </a:lnSpc>
              <a:buFont typeface="Wingdings" panose="05000000000000000000" pitchFamily="2" charset="2"/>
              <a:buChar char="§"/>
            </a:pPr>
            <a:r>
              <a:rPr lang="en-GB" altLang="en-US" sz="1800" dirty="0"/>
              <a:t>A timekeeper</a:t>
            </a:r>
          </a:p>
          <a:p>
            <a:pPr marL="465138" lvl="1" indent="-231775" eaLnBrk="1" hangingPunct="1">
              <a:lnSpc>
                <a:spcPct val="70000"/>
              </a:lnSpc>
              <a:buFont typeface="Wingdings" panose="05000000000000000000" pitchFamily="2" charset="2"/>
              <a:buChar char="§"/>
            </a:pPr>
            <a:r>
              <a:rPr lang="en-GB" altLang="en-US" sz="1800" dirty="0"/>
              <a:t>A presenter</a:t>
            </a:r>
          </a:p>
          <a:p>
            <a:pPr marL="465138" lvl="1" indent="-231775" eaLnBrk="1" hangingPunct="1">
              <a:lnSpc>
                <a:spcPct val="70000"/>
              </a:lnSpc>
              <a:buFont typeface="Wingdings" panose="05000000000000000000" pitchFamily="2" charset="2"/>
              <a:buChar char="§"/>
            </a:pPr>
            <a:r>
              <a:rPr lang="en-GB" altLang="en-US" sz="1800" dirty="0"/>
              <a:t>A decision-maker</a:t>
            </a:r>
          </a:p>
          <a:p>
            <a:pPr marL="798513" lvl="2" indent="-233363" eaLnBrk="1" hangingPunct="1">
              <a:lnSpc>
                <a:spcPct val="70000"/>
              </a:lnSpc>
            </a:pPr>
            <a:r>
              <a:rPr lang="en-GB" altLang="en-US" sz="1800" dirty="0" smtClean="0"/>
              <a:t>Important: </a:t>
            </a:r>
            <a:r>
              <a:rPr lang="en-GB" altLang="en-US" sz="1800" dirty="0"/>
              <a:t>“</a:t>
            </a:r>
            <a:r>
              <a:rPr lang="en-GB" altLang="en-US" sz="1800" i="1" dirty="0"/>
              <a:t>Debate which questions to ask, not the answers.</a:t>
            </a:r>
            <a:r>
              <a:rPr lang="en-GB" altLang="en-US" sz="1800" dirty="0"/>
              <a:t>” </a:t>
            </a:r>
          </a:p>
          <a:p>
            <a:pPr lvl="1" eaLnBrk="1" hangingPunct="1">
              <a:lnSpc>
                <a:spcPct val="70000"/>
              </a:lnSpc>
            </a:pPr>
            <a:endParaRPr lang="en-GB" altLang="en-US" sz="1800" dirty="0"/>
          </a:p>
          <a:p>
            <a:pPr marL="0" indent="0" eaLnBrk="1" hangingPunct="1">
              <a:lnSpc>
                <a:spcPct val="70000"/>
              </a:lnSpc>
              <a:buFont typeface="Wingdings" panose="05000000000000000000" pitchFamily="2" charset="2"/>
              <a:buNone/>
            </a:pPr>
            <a:r>
              <a:rPr lang="en-GB" altLang="en-US" sz="1800" dirty="0"/>
              <a:t>Instructors will visit every team. Use them:</a:t>
            </a:r>
          </a:p>
          <a:p>
            <a:pPr marL="465138" lvl="1" indent="-231775" eaLnBrk="1" hangingPunct="1">
              <a:lnSpc>
                <a:spcPct val="70000"/>
              </a:lnSpc>
              <a:buFont typeface="Wingdings" panose="05000000000000000000" pitchFamily="2" charset="2"/>
              <a:buChar char="§"/>
            </a:pPr>
            <a:r>
              <a:rPr lang="en-GB" altLang="en-US" sz="1800" dirty="0"/>
              <a:t>Just as instructors and mentors</a:t>
            </a:r>
          </a:p>
          <a:p>
            <a:pPr marL="465138" lvl="1" indent="-231775" eaLnBrk="1" hangingPunct="1">
              <a:lnSpc>
                <a:spcPct val="70000"/>
              </a:lnSpc>
              <a:buFont typeface="Wingdings" panose="05000000000000000000" pitchFamily="2" charset="2"/>
              <a:buChar char="§"/>
            </a:pPr>
            <a:r>
              <a:rPr lang="en-GB" altLang="en-US" sz="1800" dirty="0"/>
              <a:t>"In role" as </a:t>
            </a:r>
            <a:r>
              <a:rPr lang="en-GB" altLang="en-US" sz="1800" dirty="0" smtClean="0"/>
              <a:t>Case Study expert </a:t>
            </a:r>
            <a:r>
              <a:rPr lang="en-GB" altLang="en-US" sz="1800" dirty="0"/>
              <a:t>users</a:t>
            </a:r>
          </a:p>
          <a:p>
            <a:pPr lvl="1" eaLnBrk="1" hangingPunct="1">
              <a:lnSpc>
                <a:spcPct val="70000"/>
              </a:lnSpc>
            </a:pPr>
            <a:endParaRPr lang="en-GB" altLang="en-US" sz="1800" dirty="0"/>
          </a:p>
          <a:p>
            <a:pPr marL="0" indent="0" eaLnBrk="1" hangingPunct="1">
              <a:lnSpc>
                <a:spcPct val="70000"/>
              </a:lnSpc>
              <a:buFont typeface="Wingdings" panose="05000000000000000000" pitchFamily="2" charset="2"/>
              <a:buNone/>
            </a:pPr>
            <a:r>
              <a:rPr lang="en-GB" altLang="en-US" sz="1800" dirty="0"/>
              <a:t>Remember this about the </a:t>
            </a:r>
            <a:r>
              <a:rPr lang="en-GB" altLang="en-US" sz="1800" dirty="0" smtClean="0"/>
              <a:t>exercise presentations that you will prepare:</a:t>
            </a:r>
            <a:endParaRPr lang="en-GB" altLang="en-US" sz="1800" dirty="0"/>
          </a:p>
          <a:p>
            <a:pPr marL="465138" lvl="1" indent="-231775" eaLnBrk="1" hangingPunct="1">
              <a:lnSpc>
                <a:spcPct val="70000"/>
              </a:lnSpc>
              <a:buFont typeface="Wingdings" panose="05000000000000000000" pitchFamily="2" charset="2"/>
              <a:buChar char="§"/>
            </a:pPr>
            <a:r>
              <a:rPr lang="en-GB" altLang="en-US" sz="1800" dirty="0" smtClean="0"/>
              <a:t>There will be a presentation </a:t>
            </a:r>
            <a:r>
              <a:rPr lang="en-GB" altLang="en-US" sz="1800" dirty="0"/>
              <a:t>and discussion.</a:t>
            </a:r>
          </a:p>
          <a:p>
            <a:pPr marL="465138" lvl="1" indent="-231775" eaLnBrk="1" hangingPunct="1">
              <a:lnSpc>
                <a:spcPct val="70000"/>
              </a:lnSpc>
              <a:buFont typeface="Wingdings" panose="05000000000000000000" pitchFamily="2" charset="2"/>
              <a:buChar char="§"/>
            </a:pPr>
            <a:r>
              <a:rPr lang="en-GB" altLang="en-US" sz="1800" dirty="0"/>
              <a:t>You will probably use 3 - 4 working flip chart sheets or screenshots per team.</a:t>
            </a:r>
          </a:p>
          <a:p>
            <a:pPr marL="465138" lvl="1" indent="-231775" eaLnBrk="1" hangingPunct="1">
              <a:lnSpc>
                <a:spcPct val="70000"/>
              </a:lnSpc>
              <a:buFont typeface="Wingdings" panose="05000000000000000000" pitchFamily="2" charset="2"/>
              <a:buChar char="§"/>
            </a:pPr>
            <a:r>
              <a:rPr lang="en-GB" altLang="en-US" sz="1800" dirty="0"/>
              <a:t>We’ll call on one or more teams each session.</a:t>
            </a:r>
          </a:p>
          <a:p>
            <a:pPr marL="465138" lvl="1" indent="-231775" eaLnBrk="1" hangingPunct="1">
              <a:lnSpc>
                <a:spcPct val="70000"/>
              </a:lnSpc>
              <a:buFont typeface="Wingdings" panose="05000000000000000000" pitchFamily="2" charset="2"/>
              <a:buChar char="§"/>
            </a:pPr>
            <a:r>
              <a:rPr lang="en-GB" altLang="en-US" sz="1800" dirty="0"/>
              <a:t>We’ll discuss a “model answer” </a:t>
            </a:r>
            <a:r>
              <a:rPr lang="en-GB" altLang="en-US" sz="1800" dirty="0" smtClean="0"/>
              <a:t>at the end.</a:t>
            </a:r>
            <a:endParaRPr lang="en-GB"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7"/>
          <p:cNvSpPr>
            <a:spLocks noChangeArrowheads="1"/>
          </p:cNvSpPr>
          <p:nvPr/>
        </p:nvSpPr>
        <p:spPr bwMode="auto">
          <a:xfrm>
            <a:off x="7257397" y="1892300"/>
            <a:ext cx="1584263" cy="935158"/>
          </a:xfrm>
          <a:prstGeom prst="wedgeRoundRectCallout">
            <a:avLst>
              <a:gd name="adj1" fmla="val -331036"/>
              <a:gd name="adj2" fmla="val 109622"/>
              <a:gd name="adj3" fmla="val 16667"/>
            </a:avLst>
          </a:prstGeom>
          <a:gradFill rotWithShape="1">
            <a:gsLst>
              <a:gs pos="0">
                <a:srgbClr val="FFFFC6"/>
              </a:gs>
              <a:gs pos="100000">
                <a:srgbClr val="FFFF00"/>
              </a:gs>
            </a:gsLst>
            <a:lin ang="5400000" scaled="1"/>
          </a:gradFill>
          <a:ln w="9525" algn="ctr">
            <a:solidFill>
              <a:schemeClr val="tx1"/>
            </a:solidFill>
            <a:miter lim="800000"/>
            <a:headEnd/>
            <a:tailEnd/>
          </a:ln>
        </p:spPr>
        <p:txBody>
          <a:bodyPr lIns="91376" tIns="45688" rIns="91376" bIns="45688" anchor="ct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spcBef>
                <a:spcPct val="50000"/>
              </a:spcBef>
            </a:pPr>
            <a:r>
              <a:rPr lang="en-GB" altLang="en-US" sz="1400" b="1">
                <a:ea typeface="MS PGothic" panose="020B0600070205080204" pitchFamily="34" charset="-128"/>
                <a:cs typeface="Arial" panose="020B0604020202020204" pitchFamily="34" charset="0"/>
              </a:rPr>
              <a:t>Hint: </a:t>
            </a:r>
            <a:r>
              <a:rPr lang="en-GB" altLang="en-US" sz="1400" i="1">
                <a:ea typeface="MS PGothic" panose="020B0600070205080204" pitchFamily="34" charset="-128"/>
                <a:cs typeface="Arial" panose="020B0604020202020204" pitchFamily="34" charset="0"/>
              </a:rPr>
              <a:t>Whatever the question, “heads” is “YES.”</a:t>
            </a:r>
          </a:p>
        </p:txBody>
      </p:sp>
      <p:sp>
        <p:nvSpPr>
          <p:cNvPr id="6146" name="Rectangle 2"/>
          <p:cNvSpPr>
            <a:spLocks noGrp="1" noChangeArrowheads="1"/>
          </p:cNvSpPr>
          <p:nvPr>
            <p:ph type="title"/>
          </p:nvPr>
        </p:nvSpPr>
        <p:spPr/>
        <p:txBody>
          <a:bodyPr/>
          <a:lstStyle/>
          <a:p>
            <a:pPr indent="0" eaLnBrk="1" hangingPunct="1">
              <a:lnSpc>
                <a:spcPct val="90000"/>
              </a:lnSpc>
            </a:pPr>
            <a:r>
              <a:rPr lang="en-GB" altLang="en-US" sz="2400" dirty="0"/>
              <a:t>Some tricks of the trade for the breakout exercises </a:t>
            </a:r>
            <a:r>
              <a:rPr lang="en-US" altLang="en-US" sz="2400" dirty="0"/>
              <a:t>(1 of 2) </a:t>
            </a:r>
            <a:endParaRPr lang="en-GB" altLang="en-US" sz="2400" dirty="0"/>
          </a:p>
        </p:txBody>
      </p:sp>
      <p:sp>
        <p:nvSpPr>
          <p:cNvPr id="6147" name="Rectangle 3"/>
          <p:cNvSpPr>
            <a:spLocks noGrp="1" noChangeArrowheads="1"/>
          </p:cNvSpPr>
          <p:nvPr>
            <p:ph idx="1"/>
          </p:nvPr>
        </p:nvSpPr>
        <p:spPr>
          <a:xfrm>
            <a:off x="335280" y="1297558"/>
            <a:ext cx="9361018" cy="5696365"/>
          </a:xfrm>
        </p:spPr>
        <p:txBody>
          <a:bodyPr>
            <a:noAutofit/>
          </a:bodyPr>
          <a:lstStyle/>
          <a:p>
            <a:pPr marL="0" indent="0" eaLnBrk="1" hangingPunct="1">
              <a:lnSpc>
                <a:spcPct val="70000"/>
              </a:lnSpc>
              <a:buFont typeface="Wingdings" panose="05000000000000000000" pitchFamily="2" charset="2"/>
              <a:buNone/>
            </a:pPr>
            <a:r>
              <a:rPr lang="en-GB" altLang="en-US" sz="1800" dirty="0"/>
              <a:t>For the </a:t>
            </a:r>
            <a:r>
              <a:rPr lang="en-GB" altLang="en-US" sz="1800" i="1" dirty="0"/>
              <a:t>breakout exercises</a:t>
            </a:r>
            <a:r>
              <a:rPr lang="en-GB" altLang="en-US" sz="1800" dirty="0"/>
              <a:t>, you’ll be in multidisciplinary teams.</a:t>
            </a:r>
          </a:p>
          <a:p>
            <a:pPr marL="465138" lvl="1" indent="-231775" eaLnBrk="1" hangingPunct="1">
              <a:lnSpc>
                <a:spcPct val="70000"/>
              </a:lnSpc>
              <a:buFont typeface="Wingdings" panose="05000000000000000000" pitchFamily="2" charset="2"/>
              <a:buChar char="§"/>
            </a:pPr>
            <a:r>
              <a:rPr lang="en-GB" altLang="en-US" sz="1800" dirty="0"/>
              <a:t>Make sure you know who knows what.</a:t>
            </a:r>
          </a:p>
          <a:p>
            <a:pPr eaLnBrk="1" hangingPunct="1">
              <a:lnSpc>
                <a:spcPct val="70000"/>
              </a:lnSpc>
              <a:buFont typeface="Wingdings" panose="05000000000000000000" pitchFamily="2" charset="2"/>
              <a:buChar char="§"/>
            </a:pPr>
            <a:endParaRPr lang="en-GB" altLang="en-US" sz="1800" dirty="0"/>
          </a:p>
          <a:p>
            <a:pPr marL="0" indent="0" eaLnBrk="1" hangingPunct="1">
              <a:lnSpc>
                <a:spcPct val="70000"/>
              </a:lnSpc>
              <a:buFont typeface="Wingdings" panose="05000000000000000000" pitchFamily="2" charset="2"/>
              <a:buNone/>
            </a:pPr>
            <a:r>
              <a:rPr lang="en-GB" altLang="en-US" sz="1800" dirty="0"/>
              <a:t>Identify on your team:</a:t>
            </a:r>
          </a:p>
          <a:p>
            <a:pPr marL="465138" lvl="1" indent="-231775" eaLnBrk="1" hangingPunct="1">
              <a:lnSpc>
                <a:spcPct val="70000"/>
              </a:lnSpc>
              <a:buFont typeface="Wingdings" panose="05000000000000000000" pitchFamily="2" charset="2"/>
              <a:buChar char="§"/>
            </a:pPr>
            <a:r>
              <a:rPr lang="en-GB" altLang="en-US" sz="1800" dirty="0"/>
              <a:t>A scribe</a:t>
            </a:r>
          </a:p>
          <a:p>
            <a:pPr marL="465138" lvl="1" indent="-231775" eaLnBrk="1" hangingPunct="1">
              <a:lnSpc>
                <a:spcPct val="70000"/>
              </a:lnSpc>
              <a:buFont typeface="Wingdings" panose="05000000000000000000" pitchFamily="2" charset="2"/>
              <a:buChar char="§"/>
            </a:pPr>
            <a:r>
              <a:rPr lang="en-GB" altLang="en-US" sz="1800" dirty="0"/>
              <a:t>A timekeeper</a:t>
            </a:r>
          </a:p>
          <a:p>
            <a:pPr marL="465138" lvl="1" indent="-231775" eaLnBrk="1" hangingPunct="1">
              <a:lnSpc>
                <a:spcPct val="70000"/>
              </a:lnSpc>
              <a:buFont typeface="Wingdings" panose="05000000000000000000" pitchFamily="2" charset="2"/>
              <a:buChar char="§"/>
            </a:pPr>
            <a:r>
              <a:rPr lang="en-GB" altLang="en-US" sz="1800" dirty="0"/>
              <a:t>A presenter</a:t>
            </a:r>
          </a:p>
          <a:p>
            <a:pPr marL="465138" lvl="1" indent="-231775" eaLnBrk="1" hangingPunct="1">
              <a:lnSpc>
                <a:spcPct val="70000"/>
              </a:lnSpc>
              <a:buFont typeface="Wingdings" panose="05000000000000000000" pitchFamily="2" charset="2"/>
              <a:buChar char="§"/>
            </a:pPr>
            <a:r>
              <a:rPr lang="en-GB" altLang="en-US" sz="1800" dirty="0"/>
              <a:t>A decision-maker</a:t>
            </a:r>
          </a:p>
          <a:p>
            <a:pPr marL="798513" lvl="2" indent="-233363" eaLnBrk="1" hangingPunct="1">
              <a:lnSpc>
                <a:spcPct val="70000"/>
              </a:lnSpc>
            </a:pPr>
            <a:r>
              <a:rPr lang="en-GB" altLang="en-US" sz="1800" dirty="0" smtClean="0"/>
              <a:t>Important: </a:t>
            </a:r>
            <a:r>
              <a:rPr lang="en-GB" altLang="en-US" sz="1800" dirty="0"/>
              <a:t>“</a:t>
            </a:r>
            <a:r>
              <a:rPr lang="en-GB" altLang="en-US" sz="1800" i="1" dirty="0"/>
              <a:t>Debate which questions to ask, not the answers.</a:t>
            </a:r>
            <a:r>
              <a:rPr lang="en-GB" altLang="en-US" sz="1800" dirty="0"/>
              <a:t>” </a:t>
            </a:r>
          </a:p>
          <a:p>
            <a:pPr lvl="1" eaLnBrk="1" hangingPunct="1">
              <a:lnSpc>
                <a:spcPct val="70000"/>
              </a:lnSpc>
            </a:pPr>
            <a:endParaRPr lang="en-GB" altLang="en-US" sz="1800" dirty="0"/>
          </a:p>
          <a:p>
            <a:pPr marL="0" indent="0" eaLnBrk="1" hangingPunct="1">
              <a:lnSpc>
                <a:spcPct val="70000"/>
              </a:lnSpc>
              <a:buFont typeface="Wingdings" panose="05000000000000000000" pitchFamily="2" charset="2"/>
              <a:buNone/>
            </a:pPr>
            <a:r>
              <a:rPr lang="en-GB" altLang="en-US" sz="1800" dirty="0"/>
              <a:t>Instructors will visit every team. Use them:</a:t>
            </a:r>
          </a:p>
          <a:p>
            <a:pPr marL="465138" lvl="1" indent="-231775" eaLnBrk="1" hangingPunct="1">
              <a:lnSpc>
                <a:spcPct val="70000"/>
              </a:lnSpc>
              <a:buFont typeface="Wingdings" panose="05000000000000000000" pitchFamily="2" charset="2"/>
              <a:buChar char="§"/>
            </a:pPr>
            <a:r>
              <a:rPr lang="en-GB" altLang="en-US" sz="1800" dirty="0"/>
              <a:t>Just as instructors and mentors</a:t>
            </a:r>
          </a:p>
          <a:p>
            <a:pPr marL="465138" lvl="1" indent="-231775" eaLnBrk="1" hangingPunct="1">
              <a:lnSpc>
                <a:spcPct val="70000"/>
              </a:lnSpc>
              <a:buFont typeface="Wingdings" panose="05000000000000000000" pitchFamily="2" charset="2"/>
              <a:buChar char="§"/>
            </a:pPr>
            <a:r>
              <a:rPr lang="en-GB" altLang="en-US" sz="1800" dirty="0"/>
              <a:t>"In role" as </a:t>
            </a:r>
            <a:r>
              <a:rPr lang="en-GB" altLang="en-US" sz="1800" dirty="0" smtClean="0"/>
              <a:t>Case Study expert </a:t>
            </a:r>
            <a:r>
              <a:rPr lang="en-GB" altLang="en-US" sz="1800" dirty="0"/>
              <a:t>users</a:t>
            </a:r>
          </a:p>
          <a:p>
            <a:pPr lvl="1" eaLnBrk="1" hangingPunct="1">
              <a:lnSpc>
                <a:spcPct val="70000"/>
              </a:lnSpc>
            </a:pPr>
            <a:endParaRPr lang="en-GB" altLang="en-US" sz="1800" dirty="0"/>
          </a:p>
          <a:p>
            <a:pPr marL="0" indent="0" eaLnBrk="1" hangingPunct="1">
              <a:lnSpc>
                <a:spcPct val="70000"/>
              </a:lnSpc>
              <a:buFont typeface="Wingdings" panose="05000000000000000000" pitchFamily="2" charset="2"/>
              <a:buNone/>
            </a:pPr>
            <a:r>
              <a:rPr lang="en-GB" altLang="en-US" sz="1800" dirty="0"/>
              <a:t>Remember this about the </a:t>
            </a:r>
            <a:r>
              <a:rPr lang="en-GB" altLang="en-US" sz="1800" dirty="0" smtClean="0"/>
              <a:t>exercise presentations that you will prepare:</a:t>
            </a:r>
            <a:endParaRPr lang="en-GB" altLang="en-US" sz="1800" dirty="0"/>
          </a:p>
          <a:p>
            <a:pPr marL="465138" lvl="1" indent="-231775" eaLnBrk="1" hangingPunct="1">
              <a:lnSpc>
                <a:spcPct val="70000"/>
              </a:lnSpc>
              <a:buFont typeface="Wingdings" panose="05000000000000000000" pitchFamily="2" charset="2"/>
              <a:buChar char="§"/>
            </a:pPr>
            <a:r>
              <a:rPr lang="en-GB" altLang="en-US" sz="1800" dirty="0" smtClean="0"/>
              <a:t>There will be a presentation </a:t>
            </a:r>
            <a:r>
              <a:rPr lang="en-GB" altLang="en-US" sz="1800" dirty="0"/>
              <a:t>and discussion.</a:t>
            </a:r>
          </a:p>
          <a:p>
            <a:pPr marL="465138" lvl="1" indent="-231775" eaLnBrk="1" hangingPunct="1">
              <a:lnSpc>
                <a:spcPct val="70000"/>
              </a:lnSpc>
              <a:buFont typeface="Wingdings" panose="05000000000000000000" pitchFamily="2" charset="2"/>
              <a:buChar char="§"/>
            </a:pPr>
            <a:r>
              <a:rPr lang="en-GB" altLang="en-US" sz="1800" dirty="0"/>
              <a:t>You will probably use 3 - 4 working flip chart sheets or screenshots per team.</a:t>
            </a:r>
          </a:p>
          <a:p>
            <a:pPr marL="465138" lvl="1" indent="-231775" eaLnBrk="1" hangingPunct="1">
              <a:lnSpc>
                <a:spcPct val="70000"/>
              </a:lnSpc>
              <a:buFont typeface="Wingdings" panose="05000000000000000000" pitchFamily="2" charset="2"/>
              <a:buChar char="§"/>
            </a:pPr>
            <a:r>
              <a:rPr lang="en-GB" altLang="en-US" sz="1800" dirty="0"/>
              <a:t>We’ll call on one or more teams each session.</a:t>
            </a:r>
          </a:p>
          <a:p>
            <a:pPr marL="465138" lvl="1" indent="-231775" eaLnBrk="1" hangingPunct="1">
              <a:lnSpc>
                <a:spcPct val="70000"/>
              </a:lnSpc>
              <a:buFont typeface="Wingdings" panose="05000000000000000000" pitchFamily="2" charset="2"/>
              <a:buChar char="§"/>
            </a:pPr>
            <a:r>
              <a:rPr lang="en-GB" altLang="en-US" sz="1800" dirty="0"/>
              <a:t>We’ll discuss a “model answer” </a:t>
            </a:r>
            <a:r>
              <a:rPr lang="en-GB" altLang="en-US" sz="1800" dirty="0" smtClean="0"/>
              <a:t>at the end.</a:t>
            </a:r>
            <a:endParaRPr lang="en-GB" altLang="en-US" sz="1800" dirty="0"/>
          </a:p>
        </p:txBody>
      </p:sp>
      <p:sp>
        <p:nvSpPr>
          <p:cNvPr id="4" name="AutoShape 4"/>
          <p:cNvSpPr>
            <a:spLocks noChangeArrowheads="1"/>
          </p:cNvSpPr>
          <p:nvPr/>
        </p:nvSpPr>
        <p:spPr bwMode="auto">
          <a:xfrm>
            <a:off x="3242171" y="2132044"/>
            <a:ext cx="1528702" cy="900229"/>
          </a:xfrm>
          <a:prstGeom prst="wedgeRoundRectCallout">
            <a:avLst>
              <a:gd name="adj1" fmla="val -116565"/>
              <a:gd name="adj2" fmla="val 61661"/>
              <a:gd name="adj3" fmla="val 16667"/>
            </a:avLst>
          </a:prstGeom>
          <a:gradFill rotWithShape="1">
            <a:gsLst>
              <a:gs pos="0">
                <a:srgbClr val="FFFFC6"/>
              </a:gs>
              <a:gs pos="100000">
                <a:srgbClr val="FFFF00"/>
              </a:gs>
            </a:gsLst>
            <a:lin ang="5400000" scaled="1"/>
          </a:gradFill>
          <a:ln w="9525" algn="ctr">
            <a:solidFill>
              <a:schemeClr val="tx1"/>
            </a:solidFill>
            <a:miter lim="800000"/>
            <a:headEnd/>
            <a:tailEnd/>
          </a:ln>
        </p:spPr>
        <p:txBody>
          <a:bodyPr lIns="91376" tIns="45688" rIns="91376" bIns="45688" anchor="ct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spcBef>
                <a:spcPct val="50000"/>
              </a:spcBef>
            </a:pPr>
            <a:r>
              <a:rPr lang="en-GB" altLang="en-US" sz="1400" b="1" dirty="0">
                <a:ea typeface="MS PGothic" panose="020B0600070205080204" pitchFamily="34" charset="-128"/>
                <a:cs typeface="Arial" panose="020B0604020202020204" pitchFamily="34" charset="0"/>
              </a:rPr>
              <a:t>Hint: </a:t>
            </a:r>
            <a:r>
              <a:rPr lang="en-GB" altLang="en-US" sz="1400" i="1" dirty="0">
                <a:ea typeface="MS PGothic" panose="020B0600070205080204" pitchFamily="34" charset="-128"/>
                <a:cs typeface="Arial" panose="020B0604020202020204" pitchFamily="34" charset="0"/>
              </a:rPr>
              <a:t>Make the scribe and the presenter the same person.</a:t>
            </a:r>
          </a:p>
        </p:txBody>
      </p:sp>
      <p:sp>
        <p:nvSpPr>
          <p:cNvPr id="5" name="AutoShape 5"/>
          <p:cNvSpPr>
            <a:spLocks noChangeArrowheads="1"/>
          </p:cNvSpPr>
          <p:nvPr/>
        </p:nvSpPr>
        <p:spPr bwMode="auto">
          <a:xfrm>
            <a:off x="5249784" y="1892300"/>
            <a:ext cx="1528702" cy="900229"/>
          </a:xfrm>
          <a:prstGeom prst="wedgeRoundRectCallout">
            <a:avLst>
              <a:gd name="adj1" fmla="val -89667"/>
              <a:gd name="adj2" fmla="val 39769"/>
              <a:gd name="adj3" fmla="val 16667"/>
            </a:avLst>
          </a:prstGeom>
          <a:gradFill rotWithShape="1">
            <a:gsLst>
              <a:gs pos="0">
                <a:srgbClr val="FFFFC6"/>
              </a:gs>
              <a:gs pos="100000">
                <a:srgbClr val="FFFF00"/>
              </a:gs>
            </a:gsLst>
            <a:lin ang="5400000" scaled="1"/>
          </a:gradFill>
          <a:ln w="9525" algn="ctr">
            <a:solidFill>
              <a:schemeClr val="tx1"/>
            </a:solidFill>
            <a:miter lim="800000"/>
            <a:headEnd/>
            <a:tailEnd/>
          </a:ln>
        </p:spPr>
        <p:txBody>
          <a:bodyPr lIns="91376" tIns="45688" rIns="91376" bIns="45688" anchor="ct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spcBef>
                <a:spcPct val="50000"/>
              </a:spcBef>
            </a:pPr>
            <a:r>
              <a:rPr lang="en-GB" altLang="en-US" sz="1400" b="1">
                <a:ea typeface="MS PGothic" panose="020B0600070205080204" pitchFamily="34" charset="-128"/>
                <a:cs typeface="Arial" panose="020B0604020202020204" pitchFamily="34" charset="0"/>
              </a:rPr>
              <a:t>Hint: </a:t>
            </a:r>
            <a:r>
              <a:rPr lang="en-GB" altLang="en-US" sz="1400" i="1">
                <a:ea typeface="MS PGothic" panose="020B0600070205080204" pitchFamily="34" charset="-128"/>
                <a:cs typeface="Arial" panose="020B0604020202020204" pitchFamily="34" charset="0"/>
              </a:rPr>
              <a:t>Change for each exercise.</a:t>
            </a:r>
          </a:p>
        </p:txBody>
      </p:sp>
      <p:pic>
        <p:nvPicPr>
          <p:cNvPr id="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07837" y="1760521"/>
            <a:ext cx="825468" cy="10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AutoShape 8"/>
          <p:cNvSpPr>
            <a:spLocks noChangeArrowheads="1"/>
          </p:cNvSpPr>
          <p:nvPr/>
        </p:nvSpPr>
        <p:spPr bwMode="auto">
          <a:xfrm>
            <a:off x="5728695" y="4003424"/>
            <a:ext cx="1528702" cy="1027547"/>
          </a:xfrm>
          <a:prstGeom prst="wedgeRoundRectCallout">
            <a:avLst>
              <a:gd name="adj1" fmla="val -110759"/>
              <a:gd name="adj2" fmla="val -18889"/>
              <a:gd name="adj3" fmla="val 16667"/>
            </a:avLst>
          </a:prstGeom>
          <a:gradFill rotWithShape="1">
            <a:gsLst>
              <a:gs pos="0">
                <a:srgbClr val="FFFFC6"/>
              </a:gs>
              <a:gs pos="100000">
                <a:srgbClr val="FFFF00"/>
              </a:gs>
            </a:gsLst>
            <a:lin ang="5400000" scaled="1"/>
          </a:gradFill>
          <a:ln w="9525" algn="ctr">
            <a:solidFill>
              <a:schemeClr val="tx1"/>
            </a:solidFill>
            <a:miter lim="800000"/>
            <a:headEnd/>
            <a:tailEnd/>
          </a:ln>
        </p:spPr>
        <p:txBody>
          <a:bodyPr lIns="91376" tIns="45688" rIns="91376" bIns="45688" anchor="ct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spcBef>
                <a:spcPct val="50000"/>
              </a:spcBef>
            </a:pPr>
            <a:r>
              <a:rPr lang="en-GB" altLang="en-US" sz="1400" b="1">
                <a:ea typeface="MS PGothic" panose="020B0600070205080204" pitchFamily="34" charset="-128"/>
                <a:cs typeface="Arial" panose="020B0604020202020204" pitchFamily="34" charset="0"/>
              </a:rPr>
              <a:t>Hint: </a:t>
            </a:r>
            <a:r>
              <a:rPr lang="en-GB" altLang="en-US" sz="1400" i="1">
                <a:ea typeface="MS PGothic" panose="020B0600070205080204" pitchFamily="34" charset="-128"/>
                <a:cs typeface="Arial" panose="020B0604020202020204" pitchFamily="34" charset="0"/>
              </a:rPr>
              <a:t>If they go missing, find them.</a:t>
            </a:r>
          </a:p>
        </p:txBody>
      </p:sp>
      <p:sp>
        <p:nvSpPr>
          <p:cNvPr id="9" name="AutoShape 9"/>
          <p:cNvSpPr>
            <a:spLocks noChangeArrowheads="1"/>
          </p:cNvSpPr>
          <p:nvPr/>
        </p:nvSpPr>
        <p:spPr bwMode="auto">
          <a:xfrm>
            <a:off x="7356049" y="6121380"/>
            <a:ext cx="1386957" cy="1222782"/>
          </a:xfrm>
          <a:prstGeom prst="wedgeRoundRectCallout">
            <a:avLst>
              <a:gd name="adj1" fmla="val -171914"/>
              <a:gd name="adj2" fmla="val -40716"/>
              <a:gd name="adj3" fmla="val 16667"/>
            </a:avLst>
          </a:prstGeom>
          <a:gradFill rotWithShape="1">
            <a:gsLst>
              <a:gs pos="0">
                <a:srgbClr val="FFFFC6"/>
              </a:gs>
              <a:gs pos="100000">
                <a:srgbClr val="FFFF00"/>
              </a:gs>
            </a:gsLst>
            <a:lin ang="5400000" scaled="1"/>
          </a:gradFill>
          <a:ln w="9525" algn="ctr">
            <a:solidFill>
              <a:schemeClr val="tx1"/>
            </a:solidFill>
            <a:miter lim="800000"/>
            <a:headEnd/>
            <a:tailEnd/>
          </a:ln>
        </p:spPr>
        <p:txBody>
          <a:bodyPr lIns="91376" tIns="45688" rIns="91376" bIns="45688" anchor="ctr"/>
          <a:lstStyle>
            <a:lvl1pPr algn="ctr" eaLnBrk="0" hangingPunct="0">
              <a:defRPr sz="1600">
                <a:solidFill>
                  <a:schemeClr val="tx1"/>
                </a:solidFill>
                <a:latin typeface="Arial" panose="020B0604020202020204" pitchFamily="34" charset="0"/>
                <a:ea typeface="SimSun" panose="02010600030101010101" pitchFamily="2" charset="-122"/>
              </a:defRPr>
            </a:lvl1pPr>
            <a:lvl2pPr marL="742950" indent="-285750" algn="ctr" eaLnBrk="0" hangingPunct="0">
              <a:defRPr sz="1600">
                <a:solidFill>
                  <a:schemeClr val="tx1"/>
                </a:solidFill>
                <a:latin typeface="Arial" panose="020B0604020202020204" pitchFamily="34" charset="0"/>
                <a:ea typeface="SimSun" panose="02010600030101010101" pitchFamily="2" charset="-122"/>
              </a:defRPr>
            </a:lvl2pPr>
            <a:lvl3pPr marL="1143000" indent="-228600" algn="ctr" eaLnBrk="0" hangingPunct="0">
              <a:defRPr sz="1600">
                <a:solidFill>
                  <a:schemeClr val="tx1"/>
                </a:solidFill>
                <a:latin typeface="Arial" panose="020B0604020202020204" pitchFamily="34" charset="0"/>
                <a:ea typeface="SimSun" panose="02010600030101010101" pitchFamily="2" charset="-122"/>
              </a:defRPr>
            </a:lvl3pPr>
            <a:lvl4pPr marL="1600200" indent="-228600" algn="ctr" eaLnBrk="0" hangingPunct="0">
              <a:defRPr sz="1600">
                <a:solidFill>
                  <a:schemeClr val="tx1"/>
                </a:solidFill>
                <a:latin typeface="Arial" panose="020B0604020202020204" pitchFamily="34" charset="0"/>
                <a:ea typeface="SimSun" panose="02010600030101010101" pitchFamily="2" charset="-122"/>
              </a:defRPr>
            </a:lvl4pPr>
            <a:lvl5pPr marL="2057400" indent="-228600" algn="ctr"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spcBef>
                <a:spcPct val="50000"/>
              </a:spcBef>
            </a:pPr>
            <a:r>
              <a:rPr lang="en-GB" altLang="en-US" sz="1400" b="1">
                <a:ea typeface="MS PGothic" panose="020B0600070205080204" pitchFamily="34" charset="-128"/>
                <a:cs typeface="Arial" panose="020B0604020202020204" pitchFamily="34" charset="0"/>
              </a:rPr>
              <a:t>Hint: </a:t>
            </a:r>
            <a:r>
              <a:rPr lang="en-GB" altLang="en-US" sz="1400" i="1">
                <a:ea typeface="MS PGothic" panose="020B0600070205080204" pitchFamily="34" charset="-128"/>
                <a:cs typeface="Arial" panose="020B0604020202020204" pitchFamily="34" charset="0"/>
              </a:rPr>
              <a:t>You will not know if it’s you until the end of the exercise.</a:t>
            </a:r>
          </a:p>
        </p:txBody>
      </p:sp>
    </p:spTree>
    <p:extLst>
      <p:ext uri="{BB962C8B-B14F-4D97-AF65-F5344CB8AC3E}">
        <p14:creationId xmlns:p14="http://schemas.microsoft.com/office/powerpoint/2010/main" val="433935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ltLang="en-US" sz="2400" dirty="0"/>
              <a:t>Case study </a:t>
            </a:r>
            <a:r>
              <a:rPr lang="en-GB" altLang="en-US" sz="2400" dirty="0" smtClean="0"/>
              <a:t>Exercise 1: </a:t>
            </a:r>
            <a:r>
              <a:rPr lang="en-GB" altLang="en-US" sz="2400" dirty="0"/>
              <a:t>Requirements Definition</a:t>
            </a:r>
            <a:endParaRPr lang="en-US" altLang="en-US" sz="2400" dirty="0"/>
          </a:p>
        </p:txBody>
      </p:sp>
      <p:sp>
        <p:nvSpPr>
          <p:cNvPr id="8195" name="Rectangle 17"/>
          <p:cNvSpPr>
            <a:spLocks noGrp="1" noChangeArrowheads="1"/>
          </p:cNvSpPr>
          <p:nvPr>
            <p:ph idx="1"/>
          </p:nvPr>
        </p:nvSpPr>
        <p:spPr/>
        <p:txBody>
          <a:bodyPr>
            <a:normAutofit/>
          </a:bodyPr>
          <a:lstStyle/>
          <a:p>
            <a:pPr marL="0" indent="0" eaLnBrk="1" hangingPunct="1">
              <a:buFont typeface="Wingdings" panose="05000000000000000000" pitchFamily="2" charset="2"/>
              <a:buNone/>
            </a:pPr>
            <a:r>
              <a:rPr lang="en-GB" altLang="en-US" sz="1800" dirty="0"/>
              <a:t>At the end of this exercise, </a:t>
            </a:r>
            <a:r>
              <a:rPr lang="en-GB" altLang="en-US" sz="1800" dirty="0" smtClean="0"/>
              <a:t>you will need to be ready with the following: </a:t>
            </a:r>
            <a:endParaRPr lang="en-GB" altLang="en-US" sz="1800" dirty="0"/>
          </a:p>
          <a:p>
            <a:pPr marL="0" indent="-269875" eaLnBrk="1" hangingPunct="1">
              <a:buFont typeface="Wingdings" panose="05000000000000000000" pitchFamily="2" charset="2"/>
              <a:buChar char="§"/>
            </a:pPr>
            <a:endParaRPr lang="en-GB" altLang="en-US" sz="1800" dirty="0" smtClean="0">
              <a:solidFill>
                <a:prstClr val="black"/>
              </a:solidFill>
            </a:endParaRPr>
          </a:p>
          <a:p>
            <a:pPr marL="0" indent="-269875" eaLnBrk="1" hangingPunct="1">
              <a:buFont typeface="Wingdings" panose="05000000000000000000" pitchFamily="2" charset="2"/>
              <a:buChar char="§"/>
            </a:pPr>
            <a:r>
              <a:rPr lang="en-GB" altLang="en-US" sz="1800" dirty="0" smtClean="0">
                <a:solidFill>
                  <a:prstClr val="black"/>
                </a:solidFill>
              </a:rPr>
              <a:t>A </a:t>
            </a:r>
            <a:r>
              <a:rPr lang="en-GB" altLang="en-US" sz="1800" dirty="0" smtClean="0"/>
              <a:t>System Context Diagram:</a:t>
            </a:r>
          </a:p>
          <a:p>
            <a:pPr marL="503238" lvl="1" indent="-269875" eaLnBrk="1" hangingPunct="1">
              <a:buFont typeface="Wingdings" panose="05000000000000000000" pitchFamily="2" charset="2"/>
              <a:buChar char="§"/>
            </a:pPr>
            <a:r>
              <a:rPr lang="en-GB" altLang="en-US" sz="1800" dirty="0" smtClean="0"/>
              <a:t>Remember to include both human and system actors</a:t>
            </a:r>
          </a:p>
          <a:p>
            <a:pPr marL="0" indent="0" eaLnBrk="1" hangingPunct="1">
              <a:buFont typeface="Wingdings" panose="05000000000000000000" pitchFamily="2" charset="2"/>
              <a:buNone/>
            </a:pPr>
            <a:endParaRPr lang="en-GB" altLang="en-US" sz="1800" dirty="0" smtClean="0"/>
          </a:p>
          <a:p>
            <a:pPr marL="0" indent="-269875" eaLnBrk="1" hangingPunct="1">
              <a:buFont typeface="Wingdings" panose="05000000000000000000" pitchFamily="2" charset="2"/>
              <a:buChar char="§"/>
            </a:pPr>
            <a:r>
              <a:rPr lang="en-GB" altLang="en-US" sz="1800" dirty="0" smtClean="0"/>
              <a:t>A high-level Use </a:t>
            </a:r>
            <a:r>
              <a:rPr lang="en-GB" altLang="en-US" sz="1800" dirty="0" smtClean="0">
                <a:solidFill>
                  <a:prstClr val="black"/>
                </a:solidFill>
              </a:rPr>
              <a:t>Case Model (a “bubble diagram”)</a:t>
            </a:r>
          </a:p>
          <a:p>
            <a:pPr marL="503238" lvl="1" indent="-269875" eaLnBrk="1" hangingPunct="1">
              <a:buFont typeface="Wingdings" panose="05000000000000000000" pitchFamily="2" charset="2"/>
              <a:buChar char="§"/>
            </a:pPr>
            <a:r>
              <a:rPr lang="en-GB" altLang="en-US" sz="1800" dirty="0" smtClean="0">
                <a:solidFill>
                  <a:prstClr val="black"/>
                </a:solidFill>
              </a:rPr>
              <a:t>Do not include Use </a:t>
            </a:r>
            <a:r>
              <a:rPr lang="en-GB" altLang="en-US" sz="1800" dirty="0">
                <a:solidFill>
                  <a:prstClr val="black"/>
                </a:solidFill>
              </a:rPr>
              <a:t>Cases </a:t>
            </a:r>
            <a:r>
              <a:rPr lang="en-GB" altLang="en-US" sz="1800" dirty="0" smtClean="0">
                <a:solidFill>
                  <a:prstClr val="black"/>
                </a:solidFill>
              </a:rPr>
              <a:t>themselves</a:t>
            </a:r>
          </a:p>
          <a:p>
            <a:pPr marL="503238" lvl="1" indent="-269875" eaLnBrk="1" hangingPunct="1">
              <a:buFont typeface="Wingdings" panose="05000000000000000000" pitchFamily="2" charset="2"/>
              <a:buChar char="§"/>
            </a:pPr>
            <a:endParaRPr lang="en-GB" altLang="en-US" sz="1800" dirty="0" smtClean="0">
              <a:solidFill>
                <a:prstClr val="black"/>
              </a:solidFill>
            </a:endParaRPr>
          </a:p>
          <a:p>
            <a:pPr marL="0" indent="-269875" eaLnBrk="1" hangingPunct="1">
              <a:buFont typeface="Wingdings" panose="05000000000000000000" pitchFamily="2" charset="2"/>
              <a:buChar char="§"/>
            </a:pPr>
            <a:r>
              <a:rPr lang="en-GB" altLang="en-US" sz="1800" dirty="0" smtClean="0">
                <a:solidFill>
                  <a:prstClr val="black"/>
                </a:solidFill>
              </a:rPr>
              <a:t>List of key qualities (non-functional requirements) that the solution needs to satisfy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82385" y="3657600"/>
            <a:ext cx="8453438" cy="881063"/>
          </a:xfrm>
        </p:spPr>
        <p:txBody>
          <a:bodyPr/>
          <a:lstStyle/>
          <a:p>
            <a:pPr indent="0" eaLnBrk="1" hangingPunct="1">
              <a:lnSpc>
                <a:spcPct val="90000"/>
              </a:lnSpc>
            </a:pPr>
            <a:r>
              <a:rPr lang="en-US" altLang="en-US" b="1" dirty="0">
                <a:solidFill>
                  <a:schemeClr val="bg1"/>
                </a:solidFill>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Office\Templates\AT Presentation TemplateV3.pot</Template>
  <TotalTime>15291</TotalTime>
  <Words>414</Words>
  <Application>Microsoft Macintosh PowerPoint</Application>
  <PresentationFormat>Custom</PresentationFormat>
  <Paragraphs>62</Paragraphs>
  <Slides>5</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vt:i4>
      </vt:variant>
    </vt:vector>
  </HeadingPairs>
  <TitlesOfParts>
    <vt:vector size="16" baseType="lpstr">
      <vt:lpstr>Arial</vt:lpstr>
      <vt:lpstr>Calibri</vt:lpstr>
      <vt:lpstr>MS PGothic</vt:lpstr>
      <vt:lpstr>ＭＳ Ｐゴシック</vt:lpstr>
      <vt:lpstr>SimSun</vt:lpstr>
      <vt:lpstr>Times New Roman</vt:lpstr>
      <vt:lpstr>Wingdings</vt:lpstr>
      <vt:lpstr>宋体</vt:lpstr>
      <vt:lpstr>等线</vt:lpstr>
      <vt:lpstr>等线 Light</vt:lpstr>
      <vt:lpstr>Office Theme</vt:lpstr>
      <vt:lpstr>Exercise 1: Requirements Definition (Exercise Description)</vt:lpstr>
      <vt:lpstr>Some tricks of the trade for the breakout exercises (1 of 2) </vt:lpstr>
      <vt:lpstr>Some tricks of the trade for the breakout exercises (1 of 2) </vt:lpstr>
      <vt:lpstr>Case study Exercise 1: Requirements Definition</vt:lpstr>
      <vt:lpstr>THANK YOU</vt:lpstr>
    </vt:vector>
  </TitlesOfParts>
  <Company>IBM</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dc:title>
  <dc:creator>IBM Architect Profession</dc:creator>
  <cp:lastModifiedBy>Oscar ADINOLFI</cp:lastModifiedBy>
  <cp:revision>618</cp:revision>
  <dcterms:created xsi:type="dcterms:W3CDTF">2002-04-19T19:47:12Z</dcterms:created>
  <dcterms:modified xsi:type="dcterms:W3CDTF">2017-10-19T23:23:45Z</dcterms:modified>
</cp:coreProperties>
</file>