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9" r:id="rId1"/>
  </p:sldMasterIdLst>
  <p:notesMasterIdLst>
    <p:notesMasterId r:id="rId6"/>
  </p:notesMasterIdLst>
  <p:handoutMasterIdLst>
    <p:handoutMasterId r:id="rId7"/>
  </p:handoutMasterIdLst>
  <p:sldIdLst>
    <p:sldId id="606" r:id="rId2"/>
    <p:sldId id="652" r:id="rId3"/>
    <p:sldId id="619" r:id="rId4"/>
    <p:sldId id="621" r:id="rId5"/>
  </p:sldIdLst>
  <p:sldSz cx="10058400" cy="7772400"/>
  <p:notesSz cx="7315200" cy="9601200"/>
  <p:defaultTextStyle>
    <a:defPPr>
      <a:defRPr lang="en-US"/>
    </a:defPPr>
    <a:lvl1pPr algn="ctr" rtl="0" fontAlgn="base">
      <a:spcBef>
        <a:spcPct val="0"/>
      </a:spcBef>
      <a:spcAft>
        <a:spcPct val="0"/>
      </a:spcAft>
      <a:defRPr sz="1600" kern="1200">
        <a:solidFill>
          <a:schemeClr val="tx1"/>
        </a:solidFill>
        <a:latin typeface="Arial" panose="020B0604020202020204" pitchFamily="34" charset="0"/>
        <a:ea typeface="SimSun" panose="02010600030101010101" pitchFamily="2" charset="-122"/>
        <a:cs typeface="+mn-cs"/>
      </a:defRPr>
    </a:lvl1pPr>
    <a:lvl2pPr marL="457200" algn="ctr" rtl="0" fontAlgn="base">
      <a:spcBef>
        <a:spcPct val="0"/>
      </a:spcBef>
      <a:spcAft>
        <a:spcPct val="0"/>
      </a:spcAft>
      <a:defRPr sz="1600" kern="1200">
        <a:solidFill>
          <a:schemeClr val="tx1"/>
        </a:solidFill>
        <a:latin typeface="Arial" panose="020B0604020202020204" pitchFamily="34" charset="0"/>
        <a:ea typeface="SimSun" panose="02010600030101010101" pitchFamily="2" charset="-122"/>
        <a:cs typeface="+mn-cs"/>
      </a:defRPr>
    </a:lvl2pPr>
    <a:lvl3pPr marL="914400" algn="ctr" rtl="0" fontAlgn="base">
      <a:spcBef>
        <a:spcPct val="0"/>
      </a:spcBef>
      <a:spcAft>
        <a:spcPct val="0"/>
      </a:spcAft>
      <a:defRPr sz="1600" kern="1200">
        <a:solidFill>
          <a:schemeClr val="tx1"/>
        </a:solidFill>
        <a:latin typeface="Arial" panose="020B0604020202020204" pitchFamily="34" charset="0"/>
        <a:ea typeface="SimSun" panose="02010600030101010101" pitchFamily="2" charset="-122"/>
        <a:cs typeface="+mn-cs"/>
      </a:defRPr>
    </a:lvl3pPr>
    <a:lvl4pPr marL="1371600" algn="ctr" rtl="0" fontAlgn="base">
      <a:spcBef>
        <a:spcPct val="0"/>
      </a:spcBef>
      <a:spcAft>
        <a:spcPct val="0"/>
      </a:spcAft>
      <a:defRPr sz="1600" kern="1200">
        <a:solidFill>
          <a:schemeClr val="tx1"/>
        </a:solidFill>
        <a:latin typeface="Arial" panose="020B0604020202020204" pitchFamily="34" charset="0"/>
        <a:ea typeface="SimSun" panose="02010600030101010101" pitchFamily="2" charset="-122"/>
        <a:cs typeface="+mn-cs"/>
      </a:defRPr>
    </a:lvl4pPr>
    <a:lvl5pPr marL="1828800" algn="ctr" rtl="0" fontAlgn="base">
      <a:spcBef>
        <a:spcPct val="0"/>
      </a:spcBef>
      <a:spcAft>
        <a:spcPct val="0"/>
      </a:spcAft>
      <a:defRPr sz="1600" kern="1200">
        <a:solidFill>
          <a:schemeClr val="tx1"/>
        </a:solidFill>
        <a:latin typeface="Arial" panose="020B0604020202020204" pitchFamily="34" charset="0"/>
        <a:ea typeface="SimSun" panose="02010600030101010101" pitchFamily="2" charset="-122"/>
        <a:cs typeface="+mn-cs"/>
      </a:defRPr>
    </a:lvl5pPr>
    <a:lvl6pPr marL="2286000" algn="l" defTabSz="914400" rtl="0" eaLnBrk="1" latinLnBrk="0" hangingPunct="1">
      <a:defRPr sz="1600" kern="1200">
        <a:solidFill>
          <a:schemeClr val="tx1"/>
        </a:solidFill>
        <a:latin typeface="Arial" panose="020B0604020202020204" pitchFamily="34" charset="0"/>
        <a:ea typeface="SimSun" panose="02010600030101010101" pitchFamily="2" charset="-122"/>
        <a:cs typeface="+mn-cs"/>
      </a:defRPr>
    </a:lvl6pPr>
    <a:lvl7pPr marL="2743200" algn="l" defTabSz="914400" rtl="0" eaLnBrk="1" latinLnBrk="0" hangingPunct="1">
      <a:defRPr sz="1600" kern="1200">
        <a:solidFill>
          <a:schemeClr val="tx1"/>
        </a:solidFill>
        <a:latin typeface="Arial" panose="020B0604020202020204" pitchFamily="34" charset="0"/>
        <a:ea typeface="SimSun" panose="02010600030101010101" pitchFamily="2" charset="-122"/>
        <a:cs typeface="+mn-cs"/>
      </a:defRPr>
    </a:lvl7pPr>
    <a:lvl8pPr marL="3200400" algn="l" defTabSz="914400" rtl="0" eaLnBrk="1" latinLnBrk="0" hangingPunct="1">
      <a:defRPr sz="1600" kern="1200">
        <a:solidFill>
          <a:schemeClr val="tx1"/>
        </a:solidFill>
        <a:latin typeface="Arial" panose="020B0604020202020204" pitchFamily="34" charset="0"/>
        <a:ea typeface="SimSun" panose="02010600030101010101" pitchFamily="2" charset="-122"/>
        <a:cs typeface="+mn-cs"/>
      </a:defRPr>
    </a:lvl8pPr>
    <a:lvl9pPr marL="3657600" algn="l" defTabSz="914400" rtl="0" eaLnBrk="1" latinLnBrk="0" hangingPunct="1">
      <a:defRPr sz="1600" kern="1200">
        <a:solidFill>
          <a:schemeClr val="tx1"/>
        </a:solidFill>
        <a:latin typeface="Arial" panose="020B0604020202020204" pitchFamily="34" charset="0"/>
        <a:ea typeface="SimSun" panose="02010600030101010101" pitchFamily="2" charset="-122"/>
        <a:cs typeface="+mn-cs"/>
      </a:defRPr>
    </a:lvl9pPr>
  </p:defaultTextStyle>
  <p:extLst>
    <p:ext uri="{EFAFB233-063F-42B5-8137-9DF3F51BA10A}">
      <p15:sldGuideLst xmlns:p15="http://schemas.microsoft.com/office/powerpoint/2012/main">
        <p15:guide id="1" orient="horz" pos="989">
          <p15:clr>
            <a:srgbClr val="A4A3A4"/>
          </p15:clr>
        </p15:guide>
        <p15:guide id="2" orient="horz" pos="493">
          <p15:clr>
            <a:srgbClr val="A4A3A4"/>
          </p15:clr>
        </p15:guide>
        <p15:guide id="3" pos="358">
          <p15:clr>
            <a:srgbClr val="A4A3A4"/>
          </p15:clr>
        </p15:guide>
        <p15:guide id="4" pos="354">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49AFF"/>
    <a:srgbClr val="FF9900"/>
    <a:srgbClr val="FFFF99"/>
    <a:srgbClr val="A8CDF6"/>
    <a:srgbClr val="FF0000"/>
    <a:srgbClr val="DFDFDF"/>
    <a:srgbClr val="D5F1FF"/>
    <a:srgbClr val="00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611" autoAdjust="0"/>
    <p:restoredTop sz="75739" autoAdjust="0"/>
  </p:normalViewPr>
  <p:slideViewPr>
    <p:cSldViewPr snapToGrid="0" showGuides="1">
      <p:cViewPr varScale="1">
        <p:scale>
          <a:sx n="64" d="100"/>
          <a:sy n="64" d="100"/>
        </p:scale>
        <p:origin x="1668" y="72"/>
      </p:cViewPr>
      <p:guideLst>
        <p:guide orient="horz" pos="989"/>
        <p:guide orient="horz" pos="493"/>
        <p:guide pos="358"/>
        <p:guide pos="354"/>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100" d="100"/>
        <a:sy n="100" d="100"/>
      </p:scale>
      <p:origin x="0" y="0"/>
    </p:cViewPr>
  </p:sorterViewPr>
  <p:notesViewPr>
    <p:cSldViewPr snapToGrid="0" showGuides="1">
      <p:cViewPr>
        <p:scale>
          <a:sx n="100" d="100"/>
          <a:sy n="100" d="100"/>
        </p:scale>
        <p:origin x="-1884" y="2202"/>
      </p:cViewPr>
      <p:guideLst>
        <p:guide orient="horz" pos="3024"/>
        <p:guide pos="2304"/>
      </p:guideLst>
    </p:cSldViewPr>
  </p:notes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handoutMaster" Target="handoutMasters/handout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3906"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a:latin typeface="Arial" charset="0"/>
                <a:cs typeface="Times New Roman" pitchFamily="18" charset="0"/>
              </a:defRPr>
            </a:lvl1pPr>
          </a:lstStyle>
          <a:p>
            <a:pPr>
              <a:defRPr/>
            </a:pPr>
            <a:endParaRPr lang="en-US" altLang="zh-CN"/>
          </a:p>
        </p:txBody>
      </p:sp>
      <p:sp>
        <p:nvSpPr>
          <p:cNvPr id="123907" name="Rectangle 3"/>
          <p:cNvSpPr>
            <a:spLocks noGrp="1" noChangeArrowheads="1"/>
          </p:cNvSpPr>
          <p:nvPr>
            <p:ph type="dt" sz="quarter" idx="1"/>
          </p:nvPr>
        </p:nvSpPr>
        <p:spPr bwMode="auto">
          <a:xfrm>
            <a:off x="4144963" y="0"/>
            <a:ext cx="3170237" cy="4794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cs typeface="Times New Roman" pitchFamily="18" charset="0"/>
              </a:defRPr>
            </a:lvl1pPr>
          </a:lstStyle>
          <a:p>
            <a:pPr>
              <a:defRPr/>
            </a:pPr>
            <a:endParaRPr lang="en-US" altLang="zh-CN"/>
          </a:p>
        </p:txBody>
      </p:sp>
      <p:sp>
        <p:nvSpPr>
          <p:cNvPr id="123908" name="Rectangle 4"/>
          <p:cNvSpPr>
            <a:spLocks noGrp="1" noChangeArrowheads="1"/>
          </p:cNvSpPr>
          <p:nvPr>
            <p:ph type="ftr" sz="quarter" idx="2"/>
          </p:nvPr>
        </p:nvSpPr>
        <p:spPr bwMode="auto">
          <a:xfrm>
            <a:off x="0" y="9121775"/>
            <a:ext cx="3170238" cy="47942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a:latin typeface="Arial" charset="0"/>
                <a:cs typeface="Times New Roman" pitchFamily="18" charset="0"/>
              </a:defRPr>
            </a:lvl1pPr>
          </a:lstStyle>
          <a:p>
            <a:pPr>
              <a:defRPr/>
            </a:pPr>
            <a:r>
              <a:rPr lang="zh-CN" altLang="en-US"/>
              <a:t>Requirement Aspects - Functional</a:t>
            </a:r>
            <a:endParaRPr lang="en-US" altLang="zh-CN" dirty="0"/>
          </a:p>
        </p:txBody>
      </p:sp>
      <p:sp>
        <p:nvSpPr>
          <p:cNvPr id="123909" name="Rectangle 5"/>
          <p:cNvSpPr>
            <a:spLocks noGrp="1" noChangeArrowheads="1"/>
          </p:cNvSpPr>
          <p:nvPr>
            <p:ph type="sldNum" sz="quarter" idx="3"/>
          </p:nvPr>
        </p:nvSpPr>
        <p:spPr bwMode="auto">
          <a:xfrm>
            <a:off x="4144963" y="9121775"/>
            <a:ext cx="3170237" cy="47942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BD9BA410-878D-4478-A3A8-D9C6792AB9CA}" type="slidenum">
              <a:rPr lang="zh-CN" altLang="en-US"/>
              <a:pPr/>
              <a:t>‹#›</a:t>
            </a:fld>
            <a:endParaRPr lang="en-US" altLang="zh-CN"/>
          </a:p>
        </p:txBody>
      </p:sp>
    </p:spTree>
    <p:extLst>
      <p:ext uri="{BB962C8B-B14F-4D97-AF65-F5344CB8AC3E}">
        <p14:creationId xmlns:p14="http://schemas.microsoft.com/office/powerpoint/2010/main" val="6567511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a:latin typeface="Times New Roman" pitchFamily="18" charset="0"/>
                <a:cs typeface="Times New Roman" pitchFamily="18" charset="0"/>
              </a:defRPr>
            </a:lvl1pPr>
          </a:lstStyle>
          <a:p>
            <a:pPr>
              <a:defRPr/>
            </a:pPr>
            <a:endParaRPr lang="en-US" altLang="zh-CN"/>
          </a:p>
        </p:txBody>
      </p:sp>
      <p:sp>
        <p:nvSpPr>
          <p:cNvPr id="5123" name="Rectangle 3"/>
          <p:cNvSpPr>
            <a:spLocks noGrp="1" noChangeArrowheads="1"/>
          </p:cNvSpPr>
          <p:nvPr>
            <p:ph type="dt" idx="1"/>
          </p:nvPr>
        </p:nvSpPr>
        <p:spPr bwMode="auto">
          <a:xfrm>
            <a:off x="4144963" y="0"/>
            <a:ext cx="3170237" cy="4794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New Roman" pitchFamily="18" charset="0"/>
                <a:cs typeface="Times New Roman" pitchFamily="18" charset="0"/>
              </a:defRPr>
            </a:lvl1pPr>
          </a:lstStyle>
          <a:p>
            <a:pPr>
              <a:defRPr/>
            </a:pPr>
            <a:endParaRPr lang="en-US" altLang="zh-CN"/>
          </a:p>
        </p:txBody>
      </p:sp>
      <p:sp>
        <p:nvSpPr>
          <p:cNvPr id="10244" name="Rectangle 4"/>
          <p:cNvSpPr>
            <a:spLocks noGrp="1" noRot="1" noChangeAspect="1" noChangeArrowheads="1" noTextEdit="1"/>
          </p:cNvSpPr>
          <p:nvPr>
            <p:ph type="sldImg" idx="2"/>
          </p:nvPr>
        </p:nvSpPr>
        <p:spPr bwMode="auto">
          <a:xfrm>
            <a:off x="1328738" y="720725"/>
            <a:ext cx="4659312" cy="3600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Rectangle 5"/>
          <p:cNvSpPr>
            <a:spLocks noGrp="1" noChangeArrowheads="1"/>
          </p:cNvSpPr>
          <p:nvPr>
            <p:ph type="body" sz="quarter" idx="3"/>
          </p:nvPr>
        </p:nvSpPr>
        <p:spPr bwMode="auto">
          <a:xfrm>
            <a:off x="976313" y="4560888"/>
            <a:ext cx="5362575" cy="43195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5126" name="Rectangle 6"/>
          <p:cNvSpPr>
            <a:spLocks noGrp="1" noChangeArrowheads="1"/>
          </p:cNvSpPr>
          <p:nvPr>
            <p:ph type="ftr" sz="quarter" idx="4"/>
          </p:nvPr>
        </p:nvSpPr>
        <p:spPr bwMode="auto">
          <a:xfrm>
            <a:off x="0" y="9121775"/>
            <a:ext cx="3170238" cy="47942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000">
                <a:latin typeface="Arial" charset="0"/>
                <a:cs typeface="Times New Roman" pitchFamily="18" charset="0"/>
              </a:defRPr>
            </a:lvl1pPr>
          </a:lstStyle>
          <a:p>
            <a:pPr>
              <a:defRPr/>
            </a:pPr>
            <a:r>
              <a:rPr lang="zh-CN" altLang="en-US"/>
              <a:t>Requirement Aspects - Functional</a:t>
            </a:r>
            <a:endParaRPr lang="en-US" altLang="zh-CN" dirty="0"/>
          </a:p>
        </p:txBody>
      </p:sp>
      <p:sp>
        <p:nvSpPr>
          <p:cNvPr id="5127" name="Rectangle 7"/>
          <p:cNvSpPr>
            <a:spLocks noGrp="1" noChangeArrowheads="1"/>
          </p:cNvSpPr>
          <p:nvPr>
            <p:ph type="sldNum" sz="quarter" idx="5"/>
          </p:nvPr>
        </p:nvSpPr>
        <p:spPr bwMode="auto">
          <a:xfrm>
            <a:off x="4144963" y="9121775"/>
            <a:ext cx="3170237" cy="47942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000"/>
            </a:lvl1pPr>
          </a:lstStyle>
          <a:p>
            <a:fld id="{688D08A5-27C7-4E1A-ADFF-F587B7E5D312}" type="slidenum">
              <a:rPr lang="zh-CN" altLang="en-US"/>
              <a:pPr/>
              <a:t>‹#›</a:t>
            </a:fld>
            <a:endParaRPr lang="en-US" altLang="zh-CN"/>
          </a:p>
        </p:txBody>
      </p:sp>
    </p:spTree>
    <p:extLst>
      <p:ext uri="{BB962C8B-B14F-4D97-AF65-F5344CB8AC3E}">
        <p14:creationId xmlns:p14="http://schemas.microsoft.com/office/powerpoint/2010/main" val="388339678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000" kern="1200">
        <a:solidFill>
          <a:schemeClr val="tx1"/>
        </a:solidFill>
        <a:latin typeface="Arial" charset="0"/>
        <a:ea typeface="+mn-ea"/>
        <a:cs typeface="Times New Roman" pitchFamily="18" charset="0"/>
      </a:defRPr>
    </a:lvl1pPr>
    <a:lvl2pPr marL="457200" algn="l" rtl="0" eaLnBrk="0" fontAlgn="base" hangingPunct="0">
      <a:spcBef>
        <a:spcPct val="30000"/>
      </a:spcBef>
      <a:spcAft>
        <a:spcPct val="0"/>
      </a:spcAft>
      <a:defRPr sz="1000" kern="1200">
        <a:solidFill>
          <a:schemeClr val="tx1"/>
        </a:solidFill>
        <a:latin typeface="Arial" charset="0"/>
        <a:ea typeface="+mn-ea"/>
        <a:cs typeface="Times New Roman" pitchFamily="18" charset="0"/>
      </a:defRPr>
    </a:lvl2pPr>
    <a:lvl3pPr marL="914400" algn="l" rtl="0" eaLnBrk="0" fontAlgn="base" hangingPunct="0">
      <a:spcBef>
        <a:spcPct val="30000"/>
      </a:spcBef>
      <a:spcAft>
        <a:spcPct val="0"/>
      </a:spcAft>
      <a:defRPr sz="1000" kern="1200">
        <a:solidFill>
          <a:schemeClr val="tx1"/>
        </a:solidFill>
        <a:latin typeface="Arial" charset="0"/>
        <a:ea typeface="+mn-ea"/>
        <a:cs typeface="Times New Roman" pitchFamily="18" charset="0"/>
      </a:defRPr>
    </a:lvl3pPr>
    <a:lvl4pPr marL="1371600" algn="l" rtl="0" eaLnBrk="0" fontAlgn="base" hangingPunct="0">
      <a:spcBef>
        <a:spcPct val="30000"/>
      </a:spcBef>
      <a:spcAft>
        <a:spcPct val="0"/>
      </a:spcAft>
      <a:defRPr sz="1000" kern="1200">
        <a:solidFill>
          <a:schemeClr val="tx1"/>
        </a:solidFill>
        <a:latin typeface="Arial" charset="0"/>
        <a:ea typeface="+mn-ea"/>
        <a:cs typeface="Times New Roman" pitchFamily="18" charset="0"/>
      </a:defRPr>
    </a:lvl4pPr>
    <a:lvl5pPr marL="1828800" algn="l" rtl="0" eaLnBrk="0" fontAlgn="base" hangingPunct="0">
      <a:spcBef>
        <a:spcPct val="30000"/>
      </a:spcBef>
      <a:spcAft>
        <a:spcPct val="0"/>
      </a:spcAft>
      <a:defRPr sz="1000" kern="1200">
        <a:solidFill>
          <a:schemeClr val="tx1"/>
        </a:solidFill>
        <a:latin typeface="Arial" charset="0"/>
        <a:ea typeface="+mn-ea"/>
        <a:cs typeface="Times New Roman" pitchFamily="18"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a:solidFill>
                  <a:schemeClr val="tx1"/>
                </a:solidFill>
                <a:latin typeface="Arial" panose="020B0604020202020204" pitchFamily="34" charset="0"/>
                <a:ea typeface="SimSun" panose="02010600030101010101" pitchFamily="2" charset="-122"/>
              </a:defRPr>
            </a:lvl1pPr>
            <a:lvl2pPr marL="742950" indent="-285750" eaLnBrk="0" hangingPunct="0">
              <a:defRPr sz="1600">
                <a:solidFill>
                  <a:schemeClr val="tx1"/>
                </a:solidFill>
                <a:latin typeface="Arial" panose="020B0604020202020204" pitchFamily="34" charset="0"/>
                <a:ea typeface="SimSun" panose="02010600030101010101" pitchFamily="2" charset="-122"/>
              </a:defRPr>
            </a:lvl2pPr>
            <a:lvl3pPr marL="1143000" indent="-228600" eaLnBrk="0" hangingPunct="0">
              <a:defRPr sz="1600">
                <a:solidFill>
                  <a:schemeClr val="tx1"/>
                </a:solidFill>
                <a:latin typeface="Arial" panose="020B0604020202020204" pitchFamily="34" charset="0"/>
                <a:ea typeface="SimSun" panose="02010600030101010101" pitchFamily="2" charset="-122"/>
              </a:defRPr>
            </a:lvl3pPr>
            <a:lvl4pPr marL="1600200" indent="-228600" eaLnBrk="0" hangingPunct="0">
              <a:defRPr sz="1600">
                <a:solidFill>
                  <a:schemeClr val="tx1"/>
                </a:solidFill>
                <a:latin typeface="Arial" panose="020B0604020202020204" pitchFamily="34" charset="0"/>
                <a:ea typeface="SimSun" panose="02010600030101010101" pitchFamily="2" charset="-122"/>
              </a:defRPr>
            </a:lvl4pPr>
            <a:lvl5pPr marL="2057400" indent="-228600" eaLnBrk="0" hangingPunct="0">
              <a:defRPr sz="1600">
                <a:solidFill>
                  <a:schemeClr val="tx1"/>
                </a:solidFill>
                <a:latin typeface="Arial" panose="020B060402020202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ea typeface="SimSun" panose="02010600030101010101" pitchFamily="2" charset="-122"/>
              </a:defRPr>
            </a:lvl9pPr>
          </a:lstStyle>
          <a:p>
            <a:pPr eaLnBrk="1" hangingPunct="1"/>
            <a:fld id="{A0833F25-CE31-489C-9587-4EC20A5550FB}" type="slidenum">
              <a:rPr lang="zh-CN" altLang="en-US" sz="1000"/>
              <a:pPr eaLnBrk="1" hangingPunct="1"/>
              <a:t>1</a:t>
            </a:fld>
            <a:endParaRPr lang="en-US" altLang="zh-CN" sz="1000"/>
          </a:p>
        </p:txBody>
      </p:sp>
      <p:sp>
        <p:nvSpPr>
          <p:cNvPr id="12291" name="Rectangle 2"/>
          <p:cNvSpPr>
            <a:spLocks noGrp="1" noRot="1" noChangeAspect="1" noChangeArrowheads="1" noTextEdit="1"/>
          </p:cNvSpPr>
          <p:nvPr>
            <p:ph type="sldImg"/>
          </p:nvPr>
        </p:nvSpPr>
        <p:spPr>
          <a:ln/>
        </p:spPr>
      </p:sp>
      <p:sp>
        <p:nvSpPr>
          <p:cNvPr id="122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endParaRPr lang="en-US" altLang="zh-CN">
              <a:latin typeface="Arial" panose="020B0604020202020204" pitchFamily="34" charset="0"/>
            </a:endParaRPr>
          </a:p>
        </p:txBody>
      </p:sp>
    </p:spTree>
    <p:extLst>
      <p:ext uri="{BB962C8B-B14F-4D97-AF65-F5344CB8AC3E}">
        <p14:creationId xmlns:p14="http://schemas.microsoft.com/office/powerpoint/2010/main" val="11425271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a:solidFill>
                  <a:schemeClr val="tx1"/>
                </a:solidFill>
                <a:latin typeface="Arial" panose="020B0604020202020204" pitchFamily="34" charset="0"/>
                <a:ea typeface="SimSun" panose="02010600030101010101" pitchFamily="2" charset="-122"/>
              </a:defRPr>
            </a:lvl1pPr>
            <a:lvl2pPr marL="742950" indent="-285750" eaLnBrk="0" hangingPunct="0">
              <a:defRPr sz="1600">
                <a:solidFill>
                  <a:schemeClr val="tx1"/>
                </a:solidFill>
                <a:latin typeface="Arial" panose="020B0604020202020204" pitchFamily="34" charset="0"/>
                <a:ea typeface="SimSun" panose="02010600030101010101" pitchFamily="2" charset="-122"/>
              </a:defRPr>
            </a:lvl2pPr>
            <a:lvl3pPr marL="1143000" indent="-228600" eaLnBrk="0" hangingPunct="0">
              <a:defRPr sz="1600">
                <a:solidFill>
                  <a:schemeClr val="tx1"/>
                </a:solidFill>
                <a:latin typeface="Arial" panose="020B0604020202020204" pitchFamily="34" charset="0"/>
                <a:ea typeface="SimSun" panose="02010600030101010101" pitchFamily="2" charset="-122"/>
              </a:defRPr>
            </a:lvl3pPr>
            <a:lvl4pPr marL="1600200" indent="-228600" eaLnBrk="0" hangingPunct="0">
              <a:defRPr sz="1600">
                <a:solidFill>
                  <a:schemeClr val="tx1"/>
                </a:solidFill>
                <a:latin typeface="Arial" panose="020B0604020202020204" pitchFamily="34" charset="0"/>
                <a:ea typeface="SimSun" panose="02010600030101010101" pitchFamily="2" charset="-122"/>
              </a:defRPr>
            </a:lvl4pPr>
            <a:lvl5pPr marL="2057400" indent="-228600" eaLnBrk="0" hangingPunct="0">
              <a:defRPr sz="1600">
                <a:solidFill>
                  <a:schemeClr val="tx1"/>
                </a:solidFill>
                <a:latin typeface="Arial" panose="020B060402020202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ea typeface="SimSun" panose="02010600030101010101" pitchFamily="2" charset="-122"/>
              </a:defRPr>
            </a:lvl9pPr>
          </a:lstStyle>
          <a:p>
            <a:pPr eaLnBrk="1" hangingPunct="1"/>
            <a:fld id="{43C1AFC1-5AA0-40FC-84B6-7B97B964C474}" type="slidenum">
              <a:rPr lang="zh-CN" altLang="en-US" sz="1000"/>
              <a:pPr eaLnBrk="1" hangingPunct="1"/>
              <a:t>3</a:t>
            </a:fld>
            <a:endParaRPr lang="en-US" altLang="zh-CN" sz="1000"/>
          </a:p>
        </p:txBody>
      </p:sp>
      <p:sp>
        <p:nvSpPr>
          <p:cNvPr id="13315" name="Rectangle 2"/>
          <p:cNvSpPr>
            <a:spLocks noGrp="1" noRot="1" noChangeAspect="1" noChangeArrowheads="1" noTextEdit="1"/>
          </p:cNvSpPr>
          <p:nvPr>
            <p:ph type="sldImg"/>
          </p:nvPr>
        </p:nvSpPr>
        <p:spPr>
          <a:ln/>
        </p:spPr>
      </p:sp>
      <p:sp>
        <p:nvSpPr>
          <p:cNvPr id="133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Arial" panose="020B0604020202020204" pitchFamily="34" charset="0"/>
            </a:endParaRPr>
          </a:p>
        </p:txBody>
      </p:sp>
    </p:spTree>
    <p:extLst>
      <p:ext uri="{BB962C8B-B14F-4D97-AF65-F5344CB8AC3E}">
        <p14:creationId xmlns:p14="http://schemas.microsoft.com/office/powerpoint/2010/main" val="29980023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a:solidFill>
                  <a:schemeClr val="tx1"/>
                </a:solidFill>
                <a:latin typeface="Arial" panose="020B0604020202020204" pitchFamily="34" charset="0"/>
                <a:ea typeface="SimSun" panose="02010600030101010101" pitchFamily="2" charset="-122"/>
              </a:defRPr>
            </a:lvl1pPr>
            <a:lvl2pPr marL="742950" indent="-285750" eaLnBrk="0" hangingPunct="0">
              <a:defRPr sz="1600">
                <a:solidFill>
                  <a:schemeClr val="tx1"/>
                </a:solidFill>
                <a:latin typeface="Arial" panose="020B0604020202020204" pitchFamily="34" charset="0"/>
                <a:ea typeface="SimSun" panose="02010600030101010101" pitchFamily="2" charset="-122"/>
              </a:defRPr>
            </a:lvl2pPr>
            <a:lvl3pPr marL="1143000" indent="-228600" eaLnBrk="0" hangingPunct="0">
              <a:defRPr sz="1600">
                <a:solidFill>
                  <a:schemeClr val="tx1"/>
                </a:solidFill>
                <a:latin typeface="Arial" panose="020B0604020202020204" pitchFamily="34" charset="0"/>
                <a:ea typeface="SimSun" panose="02010600030101010101" pitchFamily="2" charset="-122"/>
              </a:defRPr>
            </a:lvl3pPr>
            <a:lvl4pPr marL="1600200" indent="-228600" eaLnBrk="0" hangingPunct="0">
              <a:defRPr sz="1600">
                <a:solidFill>
                  <a:schemeClr val="tx1"/>
                </a:solidFill>
                <a:latin typeface="Arial" panose="020B0604020202020204" pitchFamily="34" charset="0"/>
                <a:ea typeface="SimSun" panose="02010600030101010101" pitchFamily="2" charset="-122"/>
              </a:defRPr>
            </a:lvl4pPr>
            <a:lvl5pPr marL="2057400" indent="-228600" eaLnBrk="0" hangingPunct="0">
              <a:defRPr sz="1600">
                <a:solidFill>
                  <a:schemeClr val="tx1"/>
                </a:solidFill>
                <a:latin typeface="Arial" panose="020B060402020202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ea typeface="SimSun" panose="02010600030101010101" pitchFamily="2" charset="-122"/>
              </a:defRPr>
            </a:lvl9pPr>
          </a:lstStyle>
          <a:p>
            <a:pPr eaLnBrk="1" hangingPunct="1"/>
            <a:fld id="{367A4775-EB83-4551-A17A-55635E40F561}" type="slidenum">
              <a:rPr lang="zh-CN" altLang="en-US" sz="1000"/>
              <a:pPr eaLnBrk="1" hangingPunct="1"/>
              <a:t>4</a:t>
            </a:fld>
            <a:endParaRPr lang="en-US" altLang="zh-CN" sz="1000"/>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Arial" panose="020B0604020202020204" pitchFamily="34" charset="0"/>
            </a:endParaRPr>
          </a:p>
        </p:txBody>
      </p:sp>
    </p:spTree>
    <p:extLst>
      <p:ext uri="{BB962C8B-B14F-4D97-AF65-F5344CB8AC3E}">
        <p14:creationId xmlns:p14="http://schemas.microsoft.com/office/powerpoint/2010/main" val="360076393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hyperlink" Target="http://www.ibm.com/legal/copytrade.shtml"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pic>
        <p:nvPicPr>
          <p:cNvPr id="3" name="Picture 6"/>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0058400" cy="777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p:cNvSpPr/>
          <p:nvPr userDrawn="1"/>
        </p:nvSpPr>
        <p:spPr>
          <a:xfrm>
            <a:off x="0" y="5595938"/>
            <a:ext cx="10058400" cy="1001712"/>
          </a:xfrm>
          <a:prstGeom prst="rect">
            <a:avLst/>
          </a:prstGeom>
          <a:solidFill>
            <a:srgbClr val="003E6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60" dirty="0"/>
          </a:p>
        </p:txBody>
      </p:sp>
      <p:sp>
        <p:nvSpPr>
          <p:cNvPr id="5" name="Rectangle 4"/>
          <p:cNvSpPr/>
          <p:nvPr userDrawn="1"/>
        </p:nvSpPr>
        <p:spPr>
          <a:xfrm>
            <a:off x="0" y="6664325"/>
            <a:ext cx="10058400" cy="403225"/>
          </a:xfrm>
          <a:prstGeom prst="rect">
            <a:avLst/>
          </a:prstGeom>
          <a:solidFill>
            <a:srgbClr val="003E6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60" dirty="0"/>
          </a:p>
        </p:txBody>
      </p:sp>
      <p:sp>
        <p:nvSpPr>
          <p:cNvPr id="8" name="Subtitle 2"/>
          <p:cNvSpPr txBox="1">
            <a:spLocks/>
          </p:cNvSpPr>
          <p:nvPr userDrawn="1"/>
        </p:nvSpPr>
        <p:spPr>
          <a:xfrm>
            <a:off x="338138" y="234950"/>
            <a:ext cx="2736850" cy="273050"/>
          </a:xfrm>
          <a:prstGeom prst="rect">
            <a:avLst/>
          </a:prstGeom>
        </p:spPr>
        <p:txBody>
          <a:bodyPr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200" kern="1200">
                <a:solidFill>
                  <a:schemeClr val="bg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Arial" panose="020B0604020202020204" pitchFamily="34" charset="0"/>
                <a:ea typeface="+mn-ea"/>
                <a:cs typeface="Arial" panose="020B0604020202020204"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fontAlgn="auto">
              <a:spcAft>
                <a:spcPts val="0"/>
              </a:spcAft>
              <a:defRPr/>
            </a:pPr>
            <a:r>
              <a:rPr lang="en-US" sz="1100" b="1" dirty="0">
                <a:solidFill>
                  <a:srgbClr val="003E68"/>
                </a:solidFill>
              </a:rPr>
              <a:t>Architectural Thinking Workshop</a:t>
            </a:r>
          </a:p>
        </p:txBody>
      </p:sp>
      <p:pic>
        <p:nvPicPr>
          <p:cNvPr id="9" name="Picture 13"/>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189913" y="5545138"/>
            <a:ext cx="1533525" cy="157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13"/>
          <p:cNvPicPr>
            <a:picLocks noChangeAspect="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9132888" y="323850"/>
            <a:ext cx="612775"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340868" y="5737364"/>
            <a:ext cx="5995924" cy="719307"/>
          </a:xfrm>
        </p:spPr>
        <p:txBody>
          <a:bodyPr>
            <a:normAutofit/>
          </a:bodyPr>
          <a:lstStyle>
            <a:lvl1pPr algn="l">
              <a:defRPr sz="2200">
                <a:solidFill>
                  <a:schemeClr val="bg1"/>
                </a:solidFill>
              </a:defRPr>
            </a:lvl1pPr>
          </a:lstStyle>
          <a:p>
            <a:r>
              <a:rPr lang="en-US"/>
              <a:t>Click to edit Master title style</a:t>
            </a:r>
            <a:endParaRPr lang="en-US" dirty="0"/>
          </a:p>
        </p:txBody>
      </p:sp>
      <p:sp>
        <p:nvSpPr>
          <p:cNvPr id="11" name="Subtitle 2"/>
          <p:cNvSpPr txBox="1">
            <a:spLocks/>
          </p:cNvSpPr>
          <p:nvPr userDrawn="1"/>
        </p:nvSpPr>
        <p:spPr>
          <a:xfrm>
            <a:off x="4377880" y="6796338"/>
            <a:ext cx="3385439" cy="282672"/>
          </a:xfrm>
          <a:prstGeom prst="rect">
            <a:avLst/>
          </a:prstGeom>
        </p:spPr>
        <p:txBody>
          <a:bodyPr anchor="ctr">
            <a:normAutofit fontScale="47500" lnSpcReduction="20000"/>
          </a:bodyPr>
          <a:lstStyle>
            <a:lvl1pPr marL="0" indent="0" algn="l" defTabSz="914400" rtl="0" eaLnBrk="1" latinLnBrk="0" hangingPunct="1">
              <a:lnSpc>
                <a:spcPct val="90000"/>
              </a:lnSpc>
              <a:spcBef>
                <a:spcPts val="1000"/>
              </a:spcBef>
              <a:buFont typeface="Arial" panose="020B0604020202020204" pitchFamily="34" charset="0"/>
              <a:buNone/>
              <a:defRPr sz="1200" kern="1200">
                <a:solidFill>
                  <a:schemeClr val="bg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Arial" panose="020B0604020202020204" pitchFamily="34" charset="0"/>
                <a:ea typeface="+mn-ea"/>
                <a:cs typeface="Arial" panose="020B0604020202020204"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fontAlgn="auto">
              <a:spcAft>
                <a:spcPts val="0"/>
              </a:spcAft>
              <a:defRPr/>
            </a:pPr>
            <a:r>
              <a:rPr lang="en-US" sz="1000" dirty="0"/>
              <a:t>IBM Confidential.</a:t>
            </a:r>
            <a:r>
              <a:rPr lang="en-US" sz="1000" baseline="0" dirty="0"/>
              <a:t> © Copyright International Business Machines Corporation 2017. All Rights Reserved. This document may not be copied distributed or reproduced in whole or in part without the prior written consent of IBM. </a:t>
            </a:r>
            <a:endParaRPr lang="en-US" sz="1000" dirty="0"/>
          </a:p>
        </p:txBody>
      </p:sp>
      <p:sp>
        <p:nvSpPr>
          <p:cNvPr id="12" name="Rectangle 5"/>
          <p:cNvSpPr>
            <a:spLocks noChangeArrowheads="1"/>
          </p:cNvSpPr>
          <p:nvPr userDrawn="1"/>
        </p:nvSpPr>
        <p:spPr bwMode="auto">
          <a:xfrm>
            <a:off x="388249" y="6441870"/>
            <a:ext cx="4106941" cy="571500"/>
          </a:xfrm>
          <a:prstGeom prst="rect">
            <a:avLst/>
          </a:prstGeom>
          <a:noFill/>
          <a:ln w="9525">
            <a:noFill/>
            <a:miter lim="800000"/>
            <a:headEnd/>
            <a:tailEnd/>
          </a:ln>
          <a:effectLst/>
        </p:spPr>
        <p:txBody>
          <a:bodyPr lIns="99443" tIns="49721" rIns="99443" bIns="49721" anchor="ctr"/>
          <a:lstStyle/>
          <a:p>
            <a:pPr algn="l" defTabSz="995363">
              <a:defRPr/>
            </a:pPr>
            <a:endParaRPr lang="en-US" altLang="zh-CN" sz="1100" dirty="0">
              <a:solidFill>
                <a:srgbClr val="336699"/>
              </a:solidFill>
              <a:latin typeface="Arial" charset="0"/>
              <a:cs typeface="Times New Roman" pitchFamily="18" charset="0"/>
            </a:endParaRPr>
          </a:p>
          <a:p>
            <a:pPr algn="l" defTabSz="995363">
              <a:defRPr/>
            </a:pPr>
            <a:endParaRPr lang="en-US" altLang="zh-CN" sz="1100" dirty="0">
              <a:solidFill>
                <a:srgbClr val="336699"/>
              </a:solidFill>
              <a:latin typeface="Arial" charset="0"/>
              <a:cs typeface="Times New Roman" pitchFamily="18" charset="0"/>
            </a:endParaRPr>
          </a:p>
          <a:p>
            <a:pPr algn="l" defTabSz="995363">
              <a:defRPr/>
            </a:pPr>
            <a:r>
              <a:rPr lang="en-GB" altLang="zh-CN" sz="1100" dirty="0">
                <a:solidFill>
                  <a:schemeClr val="bg1"/>
                </a:solidFill>
                <a:latin typeface="Arial" charset="0"/>
                <a:cs typeface="Times New Roman" pitchFamily="18" charset="0"/>
              </a:rPr>
              <a:t>IBM Professional Series: Architectural Thinking Workshop</a:t>
            </a:r>
          </a:p>
          <a:p>
            <a:pPr algn="l" defTabSz="995363">
              <a:defRPr/>
            </a:pPr>
            <a:r>
              <a:rPr lang="en-GB" altLang="zh-CN" sz="1100" dirty="0">
                <a:solidFill>
                  <a:schemeClr val="bg1"/>
                </a:solidFill>
                <a:latin typeface="Arial" charset="0"/>
                <a:cs typeface="Times New Roman" pitchFamily="18" charset="0"/>
              </a:rPr>
              <a:t>IBM Client Education                                         Version 7</a:t>
            </a:r>
            <a:endParaRPr lang="en-US" altLang="zh-CN" sz="1100" dirty="0">
              <a:solidFill>
                <a:schemeClr val="bg1"/>
              </a:solidFill>
              <a:latin typeface="Arial" charset="0"/>
              <a:cs typeface="Times New Roman" pitchFamily="18" charset="0"/>
            </a:endParaRPr>
          </a:p>
        </p:txBody>
      </p:sp>
    </p:spTree>
    <p:extLst>
      <p:ext uri="{BB962C8B-B14F-4D97-AF65-F5344CB8AC3E}">
        <p14:creationId xmlns:p14="http://schemas.microsoft.com/office/powerpoint/2010/main" val="4659820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Rectangle 3"/>
          <p:cNvSpPr/>
          <p:nvPr userDrawn="1"/>
        </p:nvSpPr>
        <p:spPr>
          <a:xfrm>
            <a:off x="0" y="0"/>
            <a:ext cx="10058400" cy="887413"/>
          </a:xfrm>
          <a:prstGeom prst="rect">
            <a:avLst/>
          </a:prstGeom>
          <a:solidFill>
            <a:srgbClr val="003E6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60" dirty="0"/>
          </a:p>
        </p:txBody>
      </p:sp>
      <p:pic>
        <p:nvPicPr>
          <p:cNvPr id="5" name="Picture 8"/>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859838" y="23813"/>
            <a:ext cx="815975" cy="839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Slide Number Placeholder 5"/>
          <p:cNvSpPr txBox="1">
            <a:spLocks/>
          </p:cNvSpPr>
          <p:nvPr userDrawn="1"/>
        </p:nvSpPr>
        <p:spPr>
          <a:xfrm>
            <a:off x="334963" y="7243763"/>
            <a:ext cx="428625" cy="412750"/>
          </a:xfrm>
          <a:prstGeom prst="rect">
            <a:avLst/>
          </a:prstGeom>
        </p:spPr>
        <p:txBody>
          <a:bodyPr anchor="b"/>
          <a:lstStyle>
            <a:lvl1pPr eaLnBrk="0" hangingPunct="0">
              <a:defRPr sz="2400">
                <a:solidFill>
                  <a:schemeClr val="tx1"/>
                </a:solidFill>
                <a:latin typeface="Arial" panose="020B0604020202020204" pitchFamily="34" charset="0"/>
                <a:ea typeface="SimSun" panose="02010600030101010101" pitchFamily="2" charset="-122"/>
              </a:defRPr>
            </a:lvl1pPr>
            <a:lvl2pPr marL="742950" indent="-285750" eaLnBrk="0" hangingPunct="0">
              <a:defRPr sz="2400">
                <a:solidFill>
                  <a:schemeClr val="tx1"/>
                </a:solidFill>
                <a:latin typeface="Arial" panose="020B0604020202020204" pitchFamily="34" charset="0"/>
                <a:ea typeface="SimSun" panose="02010600030101010101" pitchFamily="2" charset="-122"/>
              </a:defRPr>
            </a:lvl2pPr>
            <a:lvl3pPr marL="1143000" indent="-228600" eaLnBrk="0" hangingPunct="0">
              <a:defRPr sz="2400">
                <a:solidFill>
                  <a:schemeClr val="tx1"/>
                </a:solidFill>
                <a:latin typeface="Arial" panose="020B0604020202020204" pitchFamily="34" charset="0"/>
                <a:ea typeface="SimSun" panose="02010600030101010101" pitchFamily="2" charset="-122"/>
              </a:defRPr>
            </a:lvl3pPr>
            <a:lvl4pPr marL="1600200" indent="-228600" eaLnBrk="0" hangingPunct="0">
              <a:defRPr sz="2400">
                <a:solidFill>
                  <a:schemeClr val="tx1"/>
                </a:solidFill>
                <a:latin typeface="Arial" panose="020B0604020202020204" pitchFamily="34" charset="0"/>
                <a:ea typeface="SimSun" panose="02010600030101010101" pitchFamily="2" charset="-122"/>
              </a:defRPr>
            </a:lvl4pPr>
            <a:lvl5pPr marL="2057400" indent="-228600" eaLnBrk="0" hangingPunct="0">
              <a:defRPr sz="24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SimSun" panose="02010600030101010101" pitchFamily="2" charset="-122"/>
              </a:defRPr>
            </a:lvl9pPr>
          </a:lstStyle>
          <a:p>
            <a:pPr algn="ctr" eaLnBrk="1" hangingPunct="1">
              <a:defRPr/>
            </a:pPr>
            <a:fld id="{3DDA0D29-0C3E-46F0-841E-997441074A3A}" type="slidenum">
              <a:rPr lang="en-US" altLang="en-US" sz="990" smtClean="0">
                <a:solidFill>
                  <a:srgbClr val="003E68"/>
                </a:solidFill>
                <a:cs typeface="Arial" panose="020B0604020202020204" pitchFamily="34" charset="0"/>
              </a:rPr>
              <a:pPr algn="ctr" eaLnBrk="1" hangingPunct="1">
                <a:defRPr/>
              </a:pPr>
              <a:t>‹#›</a:t>
            </a:fld>
            <a:endParaRPr lang="en-US" altLang="en-US" sz="990" dirty="0">
              <a:solidFill>
                <a:srgbClr val="003E68"/>
              </a:solidFill>
              <a:cs typeface="Arial" panose="020B0604020202020204" pitchFamily="34" charset="0"/>
            </a:endParaRPr>
          </a:p>
        </p:txBody>
      </p:sp>
      <p:pic>
        <p:nvPicPr>
          <p:cNvPr id="9" name="Picture 11"/>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9051925" y="7342188"/>
            <a:ext cx="614363"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335279" y="1"/>
            <a:ext cx="8453770" cy="880871"/>
          </a:xfrm>
        </p:spPr>
        <p:txBody>
          <a:bodyPr>
            <a:normAutofit/>
          </a:bodyPr>
          <a:lstStyle>
            <a:lvl1pPr>
              <a:defRPr sz="2200">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335280" y="1297559"/>
            <a:ext cx="9361018" cy="4931516"/>
          </a:xfrm>
        </p:spPr>
        <p:txBody>
          <a:bodyPr>
            <a:normAutofit/>
          </a:bodyPr>
          <a:lstStyle>
            <a:lvl1pPr>
              <a:buClr>
                <a:srgbClr val="00669E"/>
              </a:buClr>
              <a:defRPr sz="1540"/>
            </a:lvl1pPr>
            <a:lvl2pPr>
              <a:buClr>
                <a:srgbClr val="00669E"/>
              </a:buClr>
              <a:defRPr sz="1540"/>
            </a:lvl2pPr>
            <a:lvl3pPr>
              <a:buClr>
                <a:srgbClr val="00669E"/>
              </a:buClr>
              <a:defRPr sz="1540"/>
            </a:lvl3pPr>
            <a:lvl4pPr>
              <a:buClr>
                <a:srgbClr val="00669E"/>
              </a:buClr>
              <a:defRPr sz="1540"/>
            </a:lvl4pPr>
            <a:lvl5pPr>
              <a:buClr>
                <a:srgbClr val="00669E"/>
              </a:buClr>
              <a:defRPr sz="154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er Placeholder 4"/>
          <p:cNvSpPr txBox="1">
            <a:spLocks/>
          </p:cNvSpPr>
          <p:nvPr userDrawn="1"/>
        </p:nvSpPr>
        <p:spPr>
          <a:xfrm>
            <a:off x="763588" y="7243763"/>
            <a:ext cx="2092372" cy="461300"/>
          </a:xfrm>
          <a:prstGeom prst="rect">
            <a:avLst/>
          </a:prstGeom>
        </p:spPr>
        <p:txBody>
          <a:bodyPr anchor="b"/>
          <a:lstStyle>
            <a:defPPr>
              <a:defRPr lang="en-US"/>
            </a:defPPr>
            <a:lvl1pPr algn="ctr" defTabSz="457200" rtl="0" eaLnBrk="1" fontAlgn="auto" hangingPunct="1">
              <a:spcBef>
                <a:spcPts val="0"/>
              </a:spcBef>
              <a:spcAft>
                <a:spcPts val="0"/>
              </a:spcAft>
              <a:defRPr sz="900" kern="1200">
                <a:solidFill>
                  <a:srgbClr val="003E68"/>
                </a:solidFill>
                <a:latin typeface="Arial" panose="020B0604020202020204" pitchFamily="34" charset="0"/>
                <a:ea typeface="+mn-ea"/>
                <a:cs typeface="Times New Roman" panose="02020603050405020304" pitchFamily="18" charset="0"/>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a:defRPr/>
            </a:pPr>
            <a:r>
              <a:rPr lang="en-US" altLang="zh-CN" dirty="0"/>
              <a:t>Architectural Thinking Workshop</a:t>
            </a:r>
            <a:endParaRPr lang="zh-CN" altLang="en-US" dirty="0"/>
          </a:p>
        </p:txBody>
      </p:sp>
      <p:sp>
        <p:nvSpPr>
          <p:cNvPr id="13" name="Subtitle 2"/>
          <p:cNvSpPr txBox="1">
            <a:spLocks/>
          </p:cNvSpPr>
          <p:nvPr userDrawn="1"/>
        </p:nvSpPr>
        <p:spPr>
          <a:xfrm>
            <a:off x="2770027" y="7397823"/>
            <a:ext cx="5760495" cy="321905"/>
          </a:xfrm>
          <a:prstGeom prst="rect">
            <a:avLst/>
          </a:prstGeom>
        </p:spPr>
        <p:txBody>
          <a:bodyPr anchor="ctr">
            <a:noAutofit/>
          </a:bodyPr>
          <a:lstStyle>
            <a:lvl1pPr marL="0" indent="0" algn="l" defTabSz="914400" rtl="0" eaLnBrk="1" latinLnBrk="0" hangingPunct="1">
              <a:lnSpc>
                <a:spcPct val="90000"/>
              </a:lnSpc>
              <a:spcBef>
                <a:spcPts val="1000"/>
              </a:spcBef>
              <a:buFont typeface="Arial" panose="020B0604020202020204" pitchFamily="34" charset="0"/>
              <a:buNone/>
              <a:defRPr sz="1200" kern="1200">
                <a:solidFill>
                  <a:schemeClr val="bg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Arial" panose="020B0604020202020204" pitchFamily="34" charset="0"/>
                <a:ea typeface="+mn-ea"/>
                <a:cs typeface="Arial" panose="020B0604020202020204"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fontAlgn="auto">
              <a:spcAft>
                <a:spcPts val="0"/>
              </a:spcAft>
              <a:defRPr/>
            </a:pPr>
            <a:r>
              <a:rPr lang="en-US" sz="800" dirty="0">
                <a:solidFill>
                  <a:schemeClr val="accent1">
                    <a:lumMod val="50000"/>
                  </a:schemeClr>
                </a:solidFill>
              </a:rPr>
              <a:t>IBM Confidential.</a:t>
            </a:r>
            <a:r>
              <a:rPr lang="en-US" sz="800" baseline="0" dirty="0">
                <a:solidFill>
                  <a:schemeClr val="accent1">
                    <a:lumMod val="50000"/>
                  </a:schemeClr>
                </a:solidFill>
              </a:rPr>
              <a:t> © Copyright International Business Machines Corporation 2017. All Rights Reserved. This document may not be copied distributed or reproduced in whole or in part without the prior written consent of IBM</a:t>
            </a:r>
            <a:r>
              <a:rPr lang="en-US" sz="900" baseline="0" dirty="0">
                <a:solidFill>
                  <a:schemeClr val="accent1">
                    <a:lumMod val="50000"/>
                  </a:schemeClr>
                </a:solidFill>
              </a:rPr>
              <a:t>. </a:t>
            </a:r>
            <a:endParaRPr lang="en-US" sz="900" dirty="0">
              <a:solidFill>
                <a:schemeClr val="accent1">
                  <a:lumMod val="50000"/>
                </a:schemeClr>
              </a:solidFill>
            </a:endParaRPr>
          </a:p>
        </p:txBody>
      </p:sp>
    </p:spTree>
    <p:extLst>
      <p:ext uri="{BB962C8B-B14F-4D97-AF65-F5344CB8AC3E}">
        <p14:creationId xmlns:p14="http://schemas.microsoft.com/office/powerpoint/2010/main" val="34656630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4" name="Rectangle 3"/>
          <p:cNvSpPr/>
          <p:nvPr userDrawn="1"/>
        </p:nvSpPr>
        <p:spPr>
          <a:xfrm>
            <a:off x="0" y="0"/>
            <a:ext cx="10058400" cy="636588"/>
          </a:xfrm>
          <a:prstGeom prst="rect">
            <a:avLst/>
          </a:prstGeom>
          <a:solidFill>
            <a:srgbClr val="0F4971"/>
          </a:solidFill>
          <a:ln>
            <a:noFill/>
          </a:ln>
        </p:spPr>
        <p:style>
          <a:lnRef idx="2">
            <a:schemeClr val="accent1">
              <a:shade val="50000"/>
            </a:schemeClr>
          </a:lnRef>
          <a:fillRef idx="1">
            <a:schemeClr val="accent1"/>
          </a:fillRef>
          <a:effectRef idx="0">
            <a:schemeClr val="accent1"/>
          </a:effectRef>
          <a:fontRef idx="minor">
            <a:schemeClr val="lt1"/>
          </a:fontRef>
        </p:style>
        <p:txBody>
          <a:bodyPr lIns="90253" tIns="45128" rIns="90253" bIns="45128" anchor="ctr"/>
          <a:lstStyle/>
          <a:p>
            <a:pPr algn="ctr" eaLnBrk="1" hangingPunct="1">
              <a:defRPr/>
            </a:pPr>
            <a:endParaRPr lang="en-US" sz="1760"/>
          </a:p>
        </p:txBody>
      </p:sp>
      <p:sp>
        <p:nvSpPr>
          <p:cNvPr id="5" name="Rectangle 4"/>
          <p:cNvSpPr/>
          <p:nvPr userDrawn="1"/>
        </p:nvSpPr>
        <p:spPr>
          <a:xfrm>
            <a:off x="0" y="0"/>
            <a:ext cx="10058400" cy="4984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0253" tIns="45128" rIns="90253" bIns="45128" anchor="ctr"/>
          <a:lstStyle/>
          <a:p>
            <a:pPr algn="ctr" eaLnBrk="1" hangingPunct="1">
              <a:defRPr/>
            </a:pPr>
            <a:endParaRPr lang="en-US" sz="1760"/>
          </a:p>
        </p:txBody>
      </p:sp>
      <p:pic>
        <p:nvPicPr>
          <p:cNvPr id="6" name="Picture 10"/>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276350"/>
            <a:ext cx="10058400" cy="579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p:cNvSpPr/>
          <p:nvPr userDrawn="1"/>
        </p:nvSpPr>
        <p:spPr>
          <a:xfrm>
            <a:off x="0" y="0"/>
            <a:ext cx="10058400" cy="100806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0253" tIns="45128" rIns="90253" bIns="45128" anchor="ctr"/>
          <a:lstStyle/>
          <a:p>
            <a:pPr algn="ctr" eaLnBrk="1" hangingPunct="1">
              <a:defRPr/>
            </a:pPr>
            <a:endParaRPr lang="en-US" sz="1760">
              <a:latin typeface="Arial" panose="020B0604020202020204" pitchFamily="34" charset="0"/>
              <a:cs typeface="Arial" panose="020B0604020202020204" pitchFamily="34" charset="0"/>
            </a:endParaRPr>
          </a:p>
        </p:txBody>
      </p:sp>
      <p:sp>
        <p:nvSpPr>
          <p:cNvPr id="8" name="Rectangle 7"/>
          <p:cNvSpPr/>
          <p:nvPr userDrawn="1"/>
        </p:nvSpPr>
        <p:spPr>
          <a:xfrm>
            <a:off x="0" y="0"/>
            <a:ext cx="10058400" cy="7772400"/>
          </a:xfrm>
          <a:prstGeom prst="rect">
            <a:avLst/>
          </a:prstGeom>
          <a:solidFill>
            <a:schemeClr val="bg1">
              <a:alpha val="9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0253" tIns="45128" rIns="90253" bIns="45128" anchor="ctr"/>
          <a:lstStyle/>
          <a:p>
            <a:pPr algn="ctr" eaLnBrk="1" hangingPunct="1">
              <a:defRPr/>
            </a:pPr>
            <a:endParaRPr lang="en-US" sz="1760" dirty="0">
              <a:latin typeface="Arial" panose="020B0604020202020204" pitchFamily="34" charset="0"/>
              <a:cs typeface="Arial" panose="020B0604020202020204" pitchFamily="34" charset="0"/>
            </a:endParaRPr>
          </a:p>
        </p:txBody>
      </p:sp>
      <p:cxnSp>
        <p:nvCxnSpPr>
          <p:cNvPr id="9" name="Straight Connector 8"/>
          <p:cNvCxnSpPr/>
          <p:nvPr userDrawn="1"/>
        </p:nvCxnSpPr>
        <p:spPr>
          <a:xfrm>
            <a:off x="284163" y="7083425"/>
            <a:ext cx="9490075" cy="0"/>
          </a:xfrm>
          <a:prstGeom prst="line">
            <a:avLst/>
          </a:prstGeom>
          <a:ln>
            <a:solidFill>
              <a:srgbClr val="82D2F5"/>
            </a:solidFill>
          </a:ln>
        </p:spPr>
        <p:style>
          <a:lnRef idx="1">
            <a:schemeClr val="accent1"/>
          </a:lnRef>
          <a:fillRef idx="0">
            <a:schemeClr val="accent1"/>
          </a:fillRef>
          <a:effectRef idx="0">
            <a:schemeClr val="accent1"/>
          </a:effectRef>
          <a:fontRef idx="minor">
            <a:schemeClr val="tx1"/>
          </a:fontRef>
        </p:style>
      </p:cxnSp>
      <p:sp>
        <p:nvSpPr>
          <p:cNvPr id="10" name="Rectangle 9"/>
          <p:cNvSpPr/>
          <p:nvPr userDrawn="1"/>
        </p:nvSpPr>
        <p:spPr>
          <a:xfrm>
            <a:off x="0" y="260350"/>
            <a:ext cx="10058400" cy="887413"/>
          </a:xfrm>
          <a:prstGeom prst="rect">
            <a:avLst/>
          </a:prstGeom>
          <a:solidFill>
            <a:srgbClr val="003E68"/>
          </a:solidFill>
          <a:ln>
            <a:noFill/>
          </a:ln>
        </p:spPr>
        <p:style>
          <a:lnRef idx="2">
            <a:schemeClr val="accent1">
              <a:shade val="50000"/>
            </a:schemeClr>
          </a:lnRef>
          <a:fillRef idx="1">
            <a:schemeClr val="accent1"/>
          </a:fillRef>
          <a:effectRef idx="0">
            <a:schemeClr val="accent1"/>
          </a:effectRef>
          <a:fontRef idx="minor">
            <a:schemeClr val="lt1"/>
          </a:fontRef>
        </p:style>
        <p:txBody>
          <a:bodyPr lIns="90253" tIns="45128" rIns="90253" bIns="45128" anchor="ctr"/>
          <a:lstStyle/>
          <a:p>
            <a:pPr algn="ctr" eaLnBrk="1" fontAlgn="auto" hangingPunct="1">
              <a:spcBef>
                <a:spcPts val="0"/>
              </a:spcBef>
              <a:spcAft>
                <a:spcPts val="0"/>
              </a:spcAft>
              <a:defRPr/>
            </a:pPr>
            <a:endParaRPr lang="en-US" sz="1760" dirty="0">
              <a:latin typeface="Arial" panose="020B0604020202020204" pitchFamily="34" charset="0"/>
              <a:cs typeface="Arial" panose="020B0604020202020204" pitchFamily="34" charset="0"/>
            </a:endParaRPr>
          </a:p>
        </p:txBody>
      </p:sp>
      <p:pic>
        <p:nvPicPr>
          <p:cNvPr id="11" name="Picture 13"/>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275638" y="1588"/>
            <a:ext cx="1363662" cy="1403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Slide Number Placeholder 5"/>
          <p:cNvSpPr txBox="1">
            <a:spLocks/>
          </p:cNvSpPr>
          <p:nvPr userDrawn="1"/>
        </p:nvSpPr>
        <p:spPr>
          <a:xfrm>
            <a:off x="334963" y="7243763"/>
            <a:ext cx="428625" cy="412750"/>
          </a:xfrm>
          <a:prstGeom prst="rect">
            <a:avLst/>
          </a:prstGeom>
        </p:spPr>
        <p:txBody>
          <a:bodyPr anchor="b"/>
          <a:lstStyle>
            <a:lvl1pPr>
              <a:defRPr sz="2400" b="1">
                <a:solidFill>
                  <a:schemeClr val="tx1"/>
                </a:solidFill>
                <a:latin typeface="Arial" panose="020B0604020202020204" pitchFamily="34" charset="0"/>
                <a:ea typeface="MS PGothic" panose="020B0600070205080204" pitchFamily="34" charset="-128"/>
              </a:defRPr>
            </a:lvl1pPr>
            <a:lvl2pPr marL="742950" indent="-285750">
              <a:defRPr sz="2400" b="1">
                <a:solidFill>
                  <a:schemeClr val="tx1"/>
                </a:solidFill>
                <a:latin typeface="Arial" panose="020B0604020202020204" pitchFamily="34" charset="0"/>
                <a:ea typeface="MS PGothic" panose="020B0600070205080204" pitchFamily="34" charset="-128"/>
              </a:defRPr>
            </a:lvl2pPr>
            <a:lvl3pPr marL="1143000" indent="-228600">
              <a:defRPr sz="2400" b="1">
                <a:solidFill>
                  <a:schemeClr val="tx1"/>
                </a:solidFill>
                <a:latin typeface="Arial" panose="020B0604020202020204" pitchFamily="34" charset="0"/>
                <a:ea typeface="MS PGothic" panose="020B0600070205080204" pitchFamily="34" charset="-128"/>
              </a:defRPr>
            </a:lvl3pPr>
            <a:lvl4pPr marL="1600200" indent="-228600">
              <a:defRPr sz="2400" b="1">
                <a:solidFill>
                  <a:schemeClr val="tx1"/>
                </a:solidFill>
                <a:latin typeface="Arial" panose="020B0604020202020204" pitchFamily="34" charset="0"/>
                <a:ea typeface="MS PGothic" panose="020B0600070205080204" pitchFamily="34" charset="-128"/>
              </a:defRPr>
            </a:lvl4pPr>
            <a:lvl5pPr marL="2057400" indent="-228600">
              <a:defRPr sz="2400" b="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9pPr>
          </a:lstStyle>
          <a:p>
            <a:pPr algn="ctr" eaLnBrk="1" hangingPunct="1">
              <a:defRPr/>
            </a:pPr>
            <a:fld id="{420A5B92-D503-4D98-9BA6-A3A05DA5F1D2}" type="slidenum">
              <a:rPr lang="en-US" altLang="en-US" sz="990" b="0" smtClean="0">
                <a:solidFill>
                  <a:srgbClr val="003E68"/>
                </a:solidFill>
                <a:ea typeface="SimSun" panose="02010600030101010101" pitchFamily="2" charset="-122"/>
                <a:cs typeface="Arial" panose="020B0604020202020204" pitchFamily="34" charset="0"/>
              </a:rPr>
              <a:pPr algn="ctr" eaLnBrk="1" hangingPunct="1">
                <a:defRPr/>
              </a:pPr>
              <a:t>‹#›</a:t>
            </a:fld>
            <a:endParaRPr lang="en-US" altLang="en-US" sz="990" b="0">
              <a:solidFill>
                <a:srgbClr val="003E68"/>
              </a:solidFill>
              <a:ea typeface="SimSun" panose="02010600030101010101" pitchFamily="2" charset="-122"/>
              <a:cs typeface="Arial" panose="020B0604020202020204" pitchFamily="34" charset="0"/>
            </a:endParaRPr>
          </a:p>
        </p:txBody>
      </p:sp>
      <p:pic>
        <p:nvPicPr>
          <p:cNvPr id="16" name="Picture 11"/>
          <p:cNvPicPr>
            <a:picLocks noChangeAspect="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9051925" y="7342188"/>
            <a:ext cx="614363"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Title Placeholder 1"/>
          <p:cNvSpPr>
            <a:spLocks noGrp="1"/>
          </p:cNvSpPr>
          <p:nvPr>
            <p:ph type="title"/>
          </p:nvPr>
        </p:nvSpPr>
        <p:spPr>
          <a:xfrm>
            <a:off x="315191" y="311021"/>
            <a:ext cx="7467600" cy="779315"/>
          </a:xfrm>
          <a:prstGeom prst="rect">
            <a:avLst/>
          </a:prstGeom>
        </p:spPr>
        <p:txBody>
          <a:bodyPr rtlCol="0">
            <a:normAutofit/>
          </a:bodyPr>
          <a:lstStyle>
            <a:lvl1pPr>
              <a:defRPr sz="2200">
                <a:solidFill>
                  <a:schemeClr val="bg1"/>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13" name="Content Placeholder 2"/>
          <p:cNvSpPr>
            <a:spLocks noGrp="1"/>
          </p:cNvSpPr>
          <p:nvPr>
            <p:ph idx="1"/>
          </p:nvPr>
        </p:nvSpPr>
        <p:spPr>
          <a:xfrm>
            <a:off x="335280" y="1297559"/>
            <a:ext cx="9361018" cy="4931516"/>
          </a:xfrm>
        </p:spPr>
        <p:txBody>
          <a:bodyPr>
            <a:normAutofit/>
          </a:bodyPr>
          <a:lstStyle>
            <a:lvl1pPr marL="502920" indent="-502920">
              <a:buClr>
                <a:srgbClr val="8CC63E"/>
              </a:buClr>
              <a:buFont typeface="Arial" pitchFamily="34" charset="0"/>
              <a:buChar char="►"/>
              <a:defRPr sz="1760"/>
            </a:lvl1pPr>
            <a:lvl2pPr marL="887095" indent="-384175">
              <a:buClr>
                <a:srgbClr val="8CC63E"/>
              </a:buClr>
              <a:buSzPct val="75000"/>
              <a:buFont typeface="Arial" pitchFamily="34" charset="0"/>
              <a:buChar char="►"/>
              <a:defRPr sz="1540"/>
            </a:lvl2pPr>
            <a:lvl3pPr>
              <a:buClr>
                <a:srgbClr val="00669E"/>
              </a:buClr>
              <a:defRPr sz="1540"/>
            </a:lvl3pPr>
            <a:lvl4pPr>
              <a:buClr>
                <a:srgbClr val="00669E"/>
              </a:buClr>
              <a:defRPr sz="1540"/>
            </a:lvl4pPr>
            <a:lvl5pPr>
              <a:buClr>
                <a:srgbClr val="00669E"/>
              </a:buClr>
              <a:defRPr sz="154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Footer Placeholder 4"/>
          <p:cNvSpPr txBox="1">
            <a:spLocks/>
          </p:cNvSpPr>
          <p:nvPr userDrawn="1"/>
        </p:nvSpPr>
        <p:spPr>
          <a:xfrm>
            <a:off x="892879" y="7243763"/>
            <a:ext cx="2092372" cy="461300"/>
          </a:xfrm>
          <a:prstGeom prst="rect">
            <a:avLst/>
          </a:prstGeom>
        </p:spPr>
        <p:txBody>
          <a:bodyPr anchor="b"/>
          <a:lstStyle>
            <a:defPPr>
              <a:defRPr lang="en-US"/>
            </a:defPPr>
            <a:lvl1pPr algn="ctr" defTabSz="457200" rtl="0" eaLnBrk="1" fontAlgn="auto" hangingPunct="1">
              <a:spcBef>
                <a:spcPts val="0"/>
              </a:spcBef>
              <a:spcAft>
                <a:spcPts val="0"/>
              </a:spcAft>
              <a:defRPr sz="900" kern="1200">
                <a:solidFill>
                  <a:srgbClr val="003E68"/>
                </a:solidFill>
                <a:latin typeface="Arial" panose="020B0604020202020204" pitchFamily="34" charset="0"/>
                <a:ea typeface="+mn-ea"/>
                <a:cs typeface="Times New Roman" panose="02020603050405020304" pitchFamily="18" charset="0"/>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a:defRPr/>
            </a:pPr>
            <a:r>
              <a:rPr lang="en-US" altLang="zh-CN" dirty="0"/>
              <a:t>Architectural Thinking Workshop</a:t>
            </a:r>
            <a:endParaRPr lang="zh-CN" altLang="en-US" dirty="0"/>
          </a:p>
        </p:txBody>
      </p:sp>
      <p:sp>
        <p:nvSpPr>
          <p:cNvPr id="18" name="Subtitle 2"/>
          <p:cNvSpPr txBox="1">
            <a:spLocks/>
          </p:cNvSpPr>
          <p:nvPr userDrawn="1"/>
        </p:nvSpPr>
        <p:spPr>
          <a:xfrm>
            <a:off x="2899318" y="7397823"/>
            <a:ext cx="5760495" cy="321905"/>
          </a:xfrm>
          <a:prstGeom prst="rect">
            <a:avLst/>
          </a:prstGeom>
        </p:spPr>
        <p:txBody>
          <a:bodyPr anchor="ctr">
            <a:noAutofit/>
          </a:bodyPr>
          <a:lstStyle>
            <a:lvl1pPr marL="0" indent="0" algn="l" defTabSz="914400" rtl="0" eaLnBrk="1" latinLnBrk="0" hangingPunct="1">
              <a:lnSpc>
                <a:spcPct val="90000"/>
              </a:lnSpc>
              <a:spcBef>
                <a:spcPts val="1000"/>
              </a:spcBef>
              <a:buFont typeface="Arial" panose="020B0604020202020204" pitchFamily="34" charset="0"/>
              <a:buNone/>
              <a:defRPr sz="1200" kern="1200">
                <a:solidFill>
                  <a:schemeClr val="bg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Arial" panose="020B0604020202020204" pitchFamily="34" charset="0"/>
                <a:ea typeface="+mn-ea"/>
                <a:cs typeface="Arial" panose="020B0604020202020204"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fontAlgn="auto">
              <a:spcAft>
                <a:spcPts val="0"/>
              </a:spcAft>
              <a:defRPr/>
            </a:pPr>
            <a:r>
              <a:rPr lang="en-US" sz="800" dirty="0">
                <a:solidFill>
                  <a:schemeClr val="accent1">
                    <a:lumMod val="50000"/>
                  </a:schemeClr>
                </a:solidFill>
              </a:rPr>
              <a:t>IBM Confidential.</a:t>
            </a:r>
            <a:r>
              <a:rPr lang="en-US" sz="800" baseline="0" dirty="0">
                <a:solidFill>
                  <a:schemeClr val="accent1">
                    <a:lumMod val="50000"/>
                  </a:schemeClr>
                </a:solidFill>
              </a:rPr>
              <a:t> © Copyright International Business Machines Corporation 2017. All Rights Reserved. This document may not be copied distributed or reproduced in whole or in part without the prior written consent of IBM</a:t>
            </a:r>
            <a:r>
              <a:rPr lang="en-US" sz="900" baseline="0" dirty="0">
                <a:solidFill>
                  <a:schemeClr val="accent1">
                    <a:lumMod val="50000"/>
                  </a:schemeClr>
                </a:solidFill>
              </a:rPr>
              <a:t>. </a:t>
            </a:r>
            <a:endParaRPr lang="en-US" sz="900" dirty="0">
              <a:solidFill>
                <a:schemeClr val="accent1">
                  <a:lumMod val="50000"/>
                </a:schemeClr>
              </a:solidFill>
            </a:endParaRPr>
          </a:p>
        </p:txBody>
      </p:sp>
    </p:spTree>
    <p:extLst>
      <p:ext uri="{BB962C8B-B14F-4D97-AF65-F5344CB8AC3E}">
        <p14:creationId xmlns:p14="http://schemas.microsoft.com/office/powerpoint/2010/main" val="22244930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2" name="Rectangle 1"/>
          <p:cNvSpPr/>
          <p:nvPr userDrawn="1"/>
        </p:nvSpPr>
        <p:spPr>
          <a:xfrm>
            <a:off x="0" y="3443288"/>
            <a:ext cx="10058400" cy="1236662"/>
          </a:xfrm>
          <a:prstGeom prst="rect">
            <a:avLst/>
          </a:prstGeom>
          <a:solidFill>
            <a:srgbClr val="0F497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760"/>
          </a:p>
        </p:txBody>
      </p:sp>
      <p:pic>
        <p:nvPicPr>
          <p:cNvPr id="3" name="Picture 12"/>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329613" y="3444875"/>
            <a:ext cx="1158875" cy="123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p:cNvSpPr/>
          <p:nvPr userDrawn="1"/>
        </p:nvSpPr>
        <p:spPr>
          <a:xfrm>
            <a:off x="0" y="0"/>
            <a:ext cx="10058400" cy="14462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760" dirty="0"/>
          </a:p>
        </p:txBody>
      </p:sp>
      <p:pic>
        <p:nvPicPr>
          <p:cNvPr id="5" name="Picture 11"/>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9051925" y="7335838"/>
            <a:ext cx="614363" cy="249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Slide Number Placeholder 5"/>
          <p:cNvSpPr txBox="1">
            <a:spLocks/>
          </p:cNvSpPr>
          <p:nvPr userDrawn="1"/>
        </p:nvSpPr>
        <p:spPr>
          <a:xfrm>
            <a:off x="334963" y="7243763"/>
            <a:ext cx="428625" cy="412750"/>
          </a:xfrm>
          <a:prstGeom prst="rect">
            <a:avLst/>
          </a:prstGeom>
        </p:spPr>
        <p:txBody>
          <a:bodyPr anchor="b"/>
          <a:lstStyle>
            <a:lvl1pPr>
              <a:defRPr sz="2400" b="1">
                <a:solidFill>
                  <a:schemeClr val="tx1"/>
                </a:solidFill>
                <a:latin typeface="Arial" panose="020B0604020202020204" pitchFamily="34" charset="0"/>
                <a:ea typeface="MS PGothic" panose="020B0600070205080204" pitchFamily="34" charset="-128"/>
              </a:defRPr>
            </a:lvl1pPr>
            <a:lvl2pPr marL="742950" indent="-285750">
              <a:defRPr sz="2400" b="1">
                <a:solidFill>
                  <a:schemeClr val="tx1"/>
                </a:solidFill>
                <a:latin typeface="Arial" panose="020B0604020202020204" pitchFamily="34" charset="0"/>
                <a:ea typeface="MS PGothic" panose="020B0600070205080204" pitchFamily="34" charset="-128"/>
              </a:defRPr>
            </a:lvl2pPr>
            <a:lvl3pPr marL="1143000" indent="-228600">
              <a:defRPr sz="2400" b="1">
                <a:solidFill>
                  <a:schemeClr val="tx1"/>
                </a:solidFill>
                <a:latin typeface="Arial" panose="020B0604020202020204" pitchFamily="34" charset="0"/>
                <a:ea typeface="MS PGothic" panose="020B0600070205080204" pitchFamily="34" charset="-128"/>
              </a:defRPr>
            </a:lvl3pPr>
            <a:lvl4pPr marL="1600200" indent="-228600">
              <a:defRPr sz="2400" b="1">
                <a:solidFill>
                  <a:schemeClr val="tx1"/>
                </a:solidFill>
                <a:latin typeface="Arial" panose="020B0604020202020204" pitchFamily="34" charset="0"/>
                <a:ea typeface="MS PGothic" panose="020B0600070205080204" pitchFamily="34" charset="-128"/>
              </a:defRPr>
            </a:lvl4pPr>
            <a:lvl5pPr marL="2057400" indent="-228600">
              <a:defRPr sz="2400" b="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9pPr>
          </a:lstStyle>
          <a:p>
            <a:pPr algn="ctr" eaLnBrk="1" hangingPunct="1">
              <a:defRPr/>
            </a:pPr>
            <a:fld id="{855DAA50-A8B5-47C4-98FC-104C215B965A}" type="slidenum">
              <a:rPr lang="en-US" altLang="en-US" sz="990" b="0" smtClean="0">
                <a:solidFill>
                  <a:srgbClr val="003E68"/>
                </a:solidFill>
                <a:ea typeface="SimSun" panose="02010600030101010101" pitchFamily="2" charset="-122"/>
                <a:cs typeface="Arial" panose="020B0604020202020204" pitchFamily="34" charset="0"/>
              </a:rPr>
              <a:pPr algn="ctr" eaLnBrk="1" hangingPunct="1">
                <a:defRPr/>
              </a:pPr>
              <a:t>‹#›</a:t>
            </a:fld>
            <a:endParaRPr lang="en-US" altLang="en-US" sz="990" b="0">
              <a:solidFill>
                <a:srgbClr val="003E68"/>
              </a:solidFill>
              <a:ea typeface="SimSun" panose="02010600030101010101" pitchFamily="2" charset="-122"/>
              <a:cs typeface="Arial" panose="020B0604020202020204" pitchFamily="34" charset="0"/>
            </a:endParaRPr>
          </a:p>
        </p:txBody>
      </p:sp>
      <p:sp>
        <p:nvSpPr>
          <p:cNvPr id="9" name="object 3"/>
          <p:cNvSpPr txBox="1">
            <a:spLocks noChangeArrowheads="1"/>
          </p:cNvSpPr>
          <p:nvPr userDrawn="1"/>
        </p:nvSpPr>
        <p:spPr bwMode="auto">
          <a:xfrm>
            <a:off x="423863" y="4843463"/>
            <a:ext cx="8710612" cy="2200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1113">
              <a:defRPr sz="2400" b="1">
                <a:solidFill>
                  <a:schemeClr val="tx1"/>
                </a:solidFill>
                <a:latin typeface="Arial" panose="020B0604020202020204" pitchFamily="34" charset="0"/>
                <a:ea typeface="MS PGothic" panose="020B0600070205080204" pitchFamily="34" charset="-128"/>
              </a:defRPr>
            </a:lvl1pPr>
            <a:lvl2pPr marL="742950" indent="-285750">
              <a:defRPr sz="2400" b="1">
                <a:solidFill>
                  <a:schemeClr val="tx1"/>
                </a:solidFill>
                <a:latin typeface="Arial" panose="020B0604020202020204" pitchFamily="34" charset="0"/>
                <a:ea typeface="MS PGothic" panose="020B0600070205080204" pitchFamily="34" charset="-128"/>
              </a:defRPr>
            </a:lvl2pPr>
            <a:lvl3pPr marL="1143000" indent="-228600">
              <a:defRPr sz="2400" b="1">
                <a:solidFill>
                  <a:schemeClr val="tx1"/>
                </a:solidFill>
                <a:latin typeface="Arial" panose="020B0604020202020204" pitchFamily="34" charset="0"/>
                <a:ea typeface="MS PGothic" panose="020B0600070205080204" pitchFamily="34" charset="-128"/>
              </a:defRPr>
            </a:lvl3pPr>
            <a:lvl4pPr marL="1600200" indent="-228600">
              <a:defRPr sz="2400" b="1">
                <a:solidFill>
                  <a:schemeClr val="tx1"/>
                </a:solidFill>
                <a:latin typeface="Arial" panose="020B0604020202020204" pitchFamily="34" charset="0"/>
                <a:ea typeface="MS PGothic" panose="020B0600070205080204" pitchFamily="34" charset="-128"/>
              </a:defRPr>
            </a:lvl4pPr>
            <a:lvl5pPr marL="2057400" indent="-228600">
              <a:defRPr sz="2400" b="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9pPr>
          </a:lstStyle>
          <a:p>
            <a:pPr algn="l" eaLnBrk="1" hangingPunct="1">
              <a:defRPr/>
            </a:pPr>
            <a:r>
              <a:rPr lang="en-US" sz="1100" dirty="0"/>
              <a:t>IBM, the IBM logo, and ibm.com are trademarks or registered trademarks of International Business Machines Corporation in the United States, other countries, or both. If these and other IBM trademarked terms are marked on their first occurrence in this information with a trademark symbol (® or ™), these symbols indicate U.S. registered or common law trademarks owned by IBM at the time this information was published. Such trademarks may also be registered or common law trademarks in other countries. A current list of IBM trademarks is available on the Web at "</a:t>
            </a:r>
            <a:r>
              <a:rPr lang="en-US" sz="1100" dirty="0">
                <a:hlinkClick r:id="rId4"/>
              </a:rPr>
              <a:t>Copyright and trademark information</a:t>
            </a:r>
            <a:r>
              <a:rPr lang="en-US" sz="1100" dirty="0"/>
              <a:t>.“ Java and all Java-based trademarks and logos are trademarks or registered trademarks of Oracle and its affiliates.</a:t>
            </a:r>
          </a:p>
          <a:p>
            <a:pPr algn="l" eaLnBrk="1" hangingPunct="1">
              <a:defRPr/>
            </a:pPr>
            <a:endParaRPr lang="en-US" sz="1100" dirty="0"/>
          </a:p>
          <a:p>
            <a:pPr algn="l" eaLnBrk="1" hangingPunct="1">
              <a:defRPr/>
            </a:pPr>
            <a:r>
              <a:rPr lang="en-US" sz="1100" dirty="0"/>
              <a:t>Linux is a trademark of Linus Torvalds in the United States, or other countries, or both. Microsoft, Excel, PowerPoint, Project, Visio, Word, and Windows are trademarks of the Microsoft Corporation in the United States, other countries, or both. UML is a registered trademark of Object Management Group, Inc. in the United States and/or other countries. TOGAF and UNIX are registered trademarks of The Open Group in the United States and other countries. Other company, product, and service names may be trademarks of IBM or other companies. Citrix is a trademark of Citrix Systems, Inc. and one or more of its subsidiaries, and may be registered in the United States Patent and Trademark Office and in other countries.</a:t>
            </a:r>
            <a:endParaRPr lang="en-US" altLang="en-US" sz="1100" dirty="0">
              <a:cs typeface="Arial" panose="020B0604020202020204" pitchFamily="34" charset="0"/>
            </a:endParaRPr>
          </a:p>
        </p:txBody>
      </p:sp>
      <p:sp>
        <p:nvSpPr>
          <p:cNvPr id="10" name="Footer Placeholder 4"/>
          <p:cNvSpPr txBox="1">
            <a:spLocks/>
          </p:cNvSpPr>
          <p:nvPr userDrawn="1"/>
        </p:nvSpPr>
        <p:spPr>
          <a:xfrm>
            <a:off x="545045" y="7220558"/>
            <a:ext cx="2092372" cy="461300"/>
          </a:xfrm>
          <a:prstGeom prst="rect">
            <a:avLst/>
          </a:prstGeom>
        </p:spPr>
        <p:txBody>
          <a:bodyPr anchor="b"/>
          <a:lstStyle>
            <a:defPPr>
              <a:defRPr lang="en-US"/>
            </a:defPPr>
            <a:lvl1pPr algn="ctr" defTabSz="457200" rtl="0" eaLnBrk="1" fontAlgn="auto" hangingPunct="1">
              <a:spcBef>
                <a:spcPts val="0"/>
              </a:spcBef>
              <a:spcAft>
                <a:spcPts val="0"/>
              </a:spcAft>
              <a:defRPr sz="900" kern="1200">
                <a:solidFill>
                  <a:srgbClr val="003E68"/>
                </a:solidFill>
                <a:latin typeface="Arial" panose="020B0604020202020204" pitchFamily="34" charset="0"/>
                <a:ea typeface="+mn-ea"/>
                <a:cs typeface="Times New Roman" panose="02020603050405020304" pitchFamily="18" charset="0"/>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a:defRPr/>
            </a:pPr>
            <a:r>
              <a:rPr lang="en-US" altLang="zh-CN" dirty="0"/>
              <a:t>Architectural Thinking Workshop</a:t>
            </a:r>
            <a:endParaRPr lang="zh-CN" altLang="en-US" dirty="0"/>
          </a:p>
        </p:txBody>
      </p:sp>
      <p:sp>
        <p:nvSpPr>
          <p:cNvPr id="11" name="Subtitle 2"/>
          <p:cNvSpPr txBox="1">
            <a:spLocks/>
          </p:cNvSpPr>
          <p:nvPr userDrawn="1"/>
        </p:nvSpPr>
        <p:spPr>
          <a:xfrm>
            <a:off x="2551484" y="7374618"/>
            <a:ext cx="5760495" cy="321905"/>
          </a:xfrm>
          <a:prstGeom prst="rect">
            <a:avLst/>
          </a:prstGeom>
        </p:spPr>
        <p:txBody>
          <a:bodyPr anchor="ctr">
            <a:noAutofit/>
          </a:bodyPr>
          <a:lstStyle>
            <a:lvl1pPr marL="0" indent="0" algn="l" defTabSz="914400" rtl="0" eaLnBrk="1" latinLnBrk="0" hangingPunct="1">
              <a:lnSpc>
                <a:spcPct val="90000"/>
              </a:lnSpc>
              <a:spcBef>
                <a:spcPts val="1000"/>
              </a:spcBef>
              <a:buFont typeface="Arial" panose="020B0604020202020204" pitchFamily="34" charset="0"/>
              <a:buNone/>
              <a:defRPr sz="1200" kern="1200">
                <a:solidFill>
                  <a:schemeClr val="bg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Arial" panose="020B0604020202020204" pitchFamily="34" charset="0"/>
                <a:ea typeface="+mn-ea"/>
                <a:cs typeface="Arial" panose="020B0604020202020204"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fontAlgn="auto">
              <a:spcAft>
                <a:spcPts val="0"/>
              </a:spcAft>
              <a:defRPr/>
            </a:pPr>
            <a:r>
              <a:rPr lang="en-US" sz="800" dirty="0">
                <a:solidFill>
                  <a:schemeClr val="accent1">
                    <a:lumMod val="50000"/>
                  </a:schemeClr>
                </a:solidFill>
              </a:rPr>
              <a:t>IBM Confidential.</a:t>
            </a:r>
            <a:r>
              <a:rPr lang="en-US" sz="800" baseline="0" dirty="0">
                <a:solidFill>
                  <a:schemeClr val="accent1">
                    <a:lumMod val="50000"/>
                  </a:schemeClr>
                </a:solidFill>
              </a:rPr>
              <a:t> © Copyright International Business Machines Corporation 2017. All Rights Reserved. This document may not be copied distributed or reproduced in whole or in part without the prior written consent of IBM</a:t>
            </a:r>
            <a:r>
              <a:rPr lang="en-US" sz="900" baseline="0" dirty="0">
                <a:solidFill>
                  <a:schemeClr val="accent1">
                    <a:lumMod val="50000"/>
                  </a:schemeClr>
                </a:solidFill>
              </a:rPr>
              <a:t>. </a:t>
            </a:r>
            <a:endParaRPr lang="en-US" sz="900" dirty="0">
              <a:solidFill>
                <a:schemeClr val="accent1">
                  <a:lumMod val="50000"/>
                </a:schemeClr>
              </a:solidFill>
            </a:endParaRPr>
          </a:p>
        </p:txBody>
      </p:sp>
    </p:spTree>
    <p:extLst>
      <p:ext uri="{BB962C8B-B14F-4D97-AF65-F5344CB8AC3E}">
        <p14:creationId xmlns:p14="http://schemas.microsoft.com/office/powerpoint/2010/main" val="172292203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ags" Target="../tags/tag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92150" y="414338"/>
            <a:ext cx="8674100" cy="150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692150" y="2068513"/>
            <a:ext cx="8674100" cy="4932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692150" y="7204075"/>
            <a:ext cx="2262188" cy="414338"/>
          </a:xfrm>
          <a:prstGeom prst="rect">
            <a:avLst/>
          </a:prstGeom>
        </p:spPr>
        <p:txBody>
          <a:bodyPr vert="horz" lIns="91440" tIns="45720" rIns="91440" bIns="45720" rtlCol="0" anchor="ctr"/>
          <a:lstStyle>
            <a:lvl1pPr algn="l" eaLnBrk="1" fontAlgn="auto" hangingPunct="1">
              <a:spcBef>
                <a:spcPts val="0"/>
              </a:spcBef>
              <a:spcAft>
                <a:spcPts val="0"/>
              </a:spcAft>
              <a:defRPr sz="1320">
                <a:solidFill>
                  <a:schemeClr val="tx1">
                    <a:tint val="75000"/>
                  </a:schemeClr>
                </a:solidFill>
                <a:latin typeface="Arial" panose="020B0604020202020204" pitchFamily="34" charset="0"/>
                <a:ea typeface="ＭＳ Ｐゴシック" panose="020B0600070205080204" pitchFamily="34" charset="-128"/>
                <a:cs typeface="Arial" panose="020B0604020202020204" pitchFamily="34" charset="0"/>
              </a:defRPr>
            </a:lvl1pPr>
          </a:lstStyle>
          <a:p>
            <a:pPr>
              <a:defRPr/>
            </a:pPr>
            <a:endParaRPr lang="en-US"/>
          </a:p>
        </p:txBody>
      </p:sp>
      <p:sp>
        <p:nvSpPr>
          <p:cNvPr id="5" name="Footer Placeholder 4"/>
          <p:cNvSpPr>
            <a:spLocks noGrp="1"/>
          </p:cNvSpPr>
          <p:nvPr>
            <p:ph type="ftr" sz="quarter" idx="3"/>
          </p:nvPr>
        </p:nvSpPr>
        <p:spPr>
          <a:xfrm>
            <a:off x="3332163" y="7204075"/>
            <a:ext cx="3598862" cy="414338"/>
          </a:xfrm>
          <a:prstGeom prst="rect">
            <a:avLst/>
          </a:prstGeom>
        </p:spPr>
        <p:txBody>
          <a:bodyPr vert="horz" lIns="91440" tIns="45720" rIns="91440" bIns="45720" rtlCol="0" anchor="ctr"/>
          <a:lstStyle>
            <a:lvl1pPr algn="ctr" eaLnBrk="1" fontAlgn="auto" hangingPunct="1">
              <a:spcBef>
                <a:spcPts val="0"/>
              </a:spcBef>
              <a:spcAft>
                <a:spcPts val="0"/>
              </a:spcAft>
              <a:defRPr sz="1320">
                <a:solidFill>
                  <a:schemeClr val="tx1">
                    <a:tint val="75000"/>
                  </a:schemeClr>
                </a:solidFill>
                <a:latin typeface="Arial" panose="020B0604020202020204" pitchFamily="34" charset="0"/>
                <a:ea typeface="ＭＳ Ｐゴシック" panose="020B0600070205080204" pitchFamily="34" charset="-128"/>
                <a:cs typeface="Arial" panose="020B0604020202020204" pitchFamily="34" charset="0"/>
              </a:defRPr>
            </a:lvl1pPr>
          </a:lstStyle>
          <a:p>
            <a:pPr>
              <a:defRPr/>
            </a:pPr>
            <a:r>
              <a:rPr lang="en-US"/>
              <a:t>IBM Confidential © IBM Corporation 2016</a:t>
            </a:r>
          </a:p>
        </p:txBody>
      </p:sp>
      <p:sp>
        <p:nvSpPr>
          <p:cNvPr id="6" name="Slide Number Placeholder 5"/>
          <p:cNvSpPr>
            <a:spLocks noGrp="1"/>
          </p:cNvSpPr>
          <p:nvPr>
            <p:ph type="sldNum" sz="quarter" idx="4"/>
          </p:nvPr>
        </p:nvSpPr>
        <p:spPr>
          <a:xfrm>
            <a:off x="7104063" y="7204075"/>
            <a:ext cx="2262187" cy="414338"/>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320">
                <a:solidFill>
                  <a:srgbClr val="898989"/>
                </a:solidFill>
                <a:ea typeface="ＭＳ Ｐゴシック" panose="020B0600070205080204" pitchFamily="34" charset="-128"/>
                <a:cs typeface="Arial" panose="020B0604020202020204" pitchFamily="34" charset="0"/>
              </a:defRPr>
            </a:lvl1pPr>
          </a:lstStyle>
          <a:p>
            <a:pPr>
              <a:defRPr/>
            </a:pPr>
            <a:fld id="{FDBDE416-9C25-44C2-9F80-46BB2108F265}" type="slidenum">
              <a:rPr lang="en-US" altLang="en-US"/>
              <a:pPr>
                <a:defRPr/>
              </a:pPr>
              <a:t>‹#›</a:t>
            </a:fld>
            <a:endParaRPr lang="en-US" altLang="en-US" dirty="0"/>
          </a:p>
        </p:txBody>
      </p:sp>
    </p:spTree>
    <p:custDataLst>
      <p:tags r:id="rId6"/>
    </p:custDataLst>
    <p:extLst>
      <p:ext uri="{BB962C8B-B14F-4D97-AF65-F5344CB8AC3E}">
        <p14:creationId xmlns:p14="http://schemas.microsoft.com/office/powerpoint/2010/main" val="1823979934"/>
      </p:ext>
    </p:extLst>
  </p:cSld>
  <p:clrMap bg1="lt1" tx1="dk1" bg2="lt2" tx2="dk2" accent1="accent1" accent2="accent2" accent3="accent3" accent4="accent4" accent5="accent5" accent6="accent6" hlink="hlink" folHlink="folHlink"/>
  <p:sldLayoutIdLst>
    <p:sldLayoutId id="2147483830" r:id="rId1"/>
    <p:sldLayoutId id="2147483831" r:id="rId2"/>
    <p:sldLayoutId id="2147483832" r:id="rId3"/>
    <p:sldLayoutId id="2147483833" r:id="rId4"/>
  </p:sldLayoutIdLst>
  <p:hf hdr="0" dt="0"/>
  <p:txStyles>
    <p:titleStyle>
      <a:lvl1pPr algn="l" rtl="0" eaLnBrk="0" fontAlgn="base" hangingPunct="0">
        <a:lnSpc>
          <a:spcPct val="90000"/>
        </a:lnSpc>
        <a:spcBef>
          <a:spcPct val="0"/>
        </a:spcBef>
        <a:spcAft>
          <a:spcPct val="0"/>
        </a:spcAft>
        <a:defRPr sz="4800" kern="1200">
          <a:solidFill>
            <a:schemeClr val="tx1"/>
          </a:solidFill>
          <a:latin typeface="Arial" panose="020B0604020202020204" pitchFamily="34" charset="0"/>
          <a:ea typeface="+mj-ea"/>
          <a:cs typeface="Arial" panose="020B0604020202020204" pitchFamily="34" charset="0"/>
        </a:defRPr>
      </a:lvl1pPr>
      <a:lvl2pPr algn="l" rtl="0" eaLnBrk="0" fontAlgn="base" hangingPunct="0">
        <a:lnSpc>
          <a:spcPct val="90000"/>
        </a:lnSpc>
        <a:spcBef>
          <a:spcPct val="0"/>
        </a:spcBef>
        <a:spcAft>
          <a:spcPct val="0"/>
        </a:spcAft>
        <a:defRPr sz="4800">
          <a:solidFill>
            <a:schemeClr val="tx1"/>
          </a:solidFill>
          <a:latin typeface="Arial" panose="020B0604020202020204" pitchFamily="34" charset="0"/>
          <a:cs typeface="Arial" panose="020B0604020202020204" pitchFamily="34" charset="0"/>
        </a:defRPr>
      </a:lvl2pPr>
      <a:lvl3pPr algn="l" rtl="0" eaLnBrk="0" fontAlgn="base" hangingPunct="0">
        <a:lnSpc>
          <a:spcPct val="90000"/>
        </a:lnSpc>
        <a:spcBef>
          <a:spcPct val="0"/>
        </a:spcBef>
        <a:spcAft>
          <a:spcPct val="0"/>
        </a:spcAft>
        <a:defRPr sz="4800">
          <a:solidFill>
            <a:schemeClr val="tx1"/>
          </a:solidFill>
          <a:latin typeface="Arial" panose="020B0604020202020204" pitchFamily="34" charset="0"/>
          <a:cs typeface="Arial" panose="020B0604020202020204" pitchFamily="34" charset="0"/>
        </a:defRPr>
      </a:lvl3pPr>
      <a:lvl4pPr algn="l" rtl="0" eaLnBrk="0" fontAlgn="base" hangingPunct="0">
        <a:lnSpc>
          <a:spcPct val="90000"/>
        </a:lnSpc>
        <a:spcBef>
          <a:spcPct val="0"/>
        </a:spcBef>
        <a:spcAft>
          <a:spcPct val="0"/>
        </a:spcAft>
        <a:defRPr sz="4800">
          <a:solidFill>
            <a:schemeClr val="tx1"/>
          </a:solidFill>
          <a:latin typeface="Arial" panose="020B0604020202020204" pitchFamily="34" charset="0"/>
          <a:cs typeface="Arial" panose="020B0604020202020204" pitchFamily="34" charset="0"/>
        </a:defRPr>
      </a:lvl4pPr>
      <a:lvl5pPr algn="l" rtl="0" eaLnBrk="0" fontAlgn="base" hangingPunct="0">
        <a:lnSpc>
          <a:spcPct val="90000"/>
        </a:lnSpc>
        <a:spcBef>
          <a:spcPct val="0"/>
        </a:spcBef>
        <a:spcAft>
          <a:spcPct val="0"/>
        </a:spcAft>
        <a:defRPr sz="4800">
          <a:solidFill>
            <a:schemeClr val="tx1"/>
          </a:solidFill>
          <a:latin typeface="Arial" panose="020B0604020202020204" pitchFamily="34" charset="0"/>
          <a:cs typeface="Arial" panose="020B0604020202020204" pitchFamily="34" charset="0"/>
        </a:defRPr>
      </a:lvl5pPr>
      <a:lvl6pPr marL="502920" algn="l" rtl="0" fontAlgn="base">
        <a:lnSpc>
          <a:spcPct val="90000"/>
        </a:lnSpc>
        <a:spcBef>
          <a:spcPct val="0"/>
        </a:spcBef>
        <a:spcAft>
          <a:spcPct val="0"/>
        </a:spcAft>
        <a:defRPr sz="4840">
          <a:solidFill>
            <a:schemeClr val="tx1"/>
          </a:solidFill>
          <a:latin typeface="Arial" panose="020B0604020202020204" pitchFamily="34" charset="0"/>
          <a:cs typeface="Arial" panose="020B0604020202020204" pitchFamily="34" charset="0"/>
        </a:defRPr>
      </a:lvl6pPr>
      <a:lvl7pPr marL="1005840" algn="l" rtl="0" fontAlgn="base">
        <a:lnSpc>
          <a:spcPct val="90000"/>
        </a:lnSpc>
        <a:spcBef>
          <a:spcPct val="0"/>
        </a:spcBef>
        <a:spcAft>
          <a:spcPct val="0"/>
        </a:spcAft>
        <a:defRPr sz="4840">
          <a:solidFill>
            <a:schemeClr val="tx1"/>
          </a:solidFill>
          <a:latin typeface="Arial" panose="020B0604020202020204" pitchFamily="34" charset="0"/>
          <a:cs typeface="Arial" panose="020B0604020202020204" pitchFamily="34" charset="0"/>
        </a:defRPr>
      </a:lvl7pPr>
      <a:lvl8pPr marL="1508760" algn="l" rtl="0" fontAlgn="base">
        <a:lnSpc>
          <a:spcPct val="90000"/>
        </a:lnSpc>
        <a:spcBef>
          <a:spcPct val="0"/>
        </a:spcBef>
        <a:spcAft>
          <a:spcPct val="0"/>
        </a:spcAft>
        <a:defRPr sz="4840">
          <a:solidFill>
            <a:schemeClr val="tx1"/>
          </a:solidFill>
          <a:latin typeface="Arial" panose="020B0604020202020204" pitchFamily="34" charset="0"/>
          <a:cs typeface="Arial" panose="020B0604020202020204" pitchFamily="34" charset="0"/>
        </a:defRPr>
      </a:lvl8pPr>
      <a:lvl9pPr marL="2011680" algn="l" rtl="0" fontAlgn="base">
        <a:lnSpc>
          <a:spcPct val="90000"/>
        </a:lnSpc>
        <a:spcBef>
          <a:spcPct val="0"/>
        </a:spcBef>
        <a:spcAft>
          <a:spcPct val="0"/>
        </a:spcAft>
        <a:defRPr sz="4840">
          <a:solidFill>
            <a:schemeClr val="tx1"/>
          </a:solidFill>
          <a:latin typeface="Arial" panose="020B0604020202020204" pitchFamily="34" charset="0"/>
          <a:cs typeface="Arial" panose="020B0604020202020204" pitchFamily="34" charset="0"/>
        </a:defRPr>
      </a:lvl9pPr>
    </p:titleStyle>
    <p:bodyStyle>
      <a:lvl1pPr marL="250825" indent="-250825" algn="l" rtl="0" eaLnBrk="0" fontAlgn="base" hangingPunct="0">
        <a:lnSpc>
          <a:spcPct val="90000"/>
        </a:lnSpc>
        <a:spcBef>
          <a:spcPts val="1100"/>
        </a:spcBef>
        <a:spcAft>
          <a:spcPct val="0"/>
        </a:spcAft>
        <a:buFont typeface="Arial" panose="020B0604020202020204" pitchFamily="34" charset="0"/>
        <a:buChar char="•"/>
        <a:defRPr sz="3000" kern="1200">
          <a:solidFill>
            <a:schemeClr val="tx1"/>
          </a:solidFill>
          <a:latin typeface="Arial" panose="020B0604020202020204" pitchFamily="34" charset="0"/>
          <a:ea typeface="+mn-ea"/>
          <a:cs typeface="Arial" panose="020B0604020202020204" pitchFamily="34" charset="0"/>
        </a:defRPr>
      </a:lvl1pPr>
      <a:lvl2pPr marL="754063" indent="-250825" algn="l" rtl="0" eaLnBrk="0" fontAlgn="base" hangingPunct="0">
        <a:lnSpc>
          <a:spcPct val="90000"/>
        </a:lnSpc>
        <a:spcBef>
          <a:spcPts val="550"/>
        </a:spcBef>
        <a:spcAft>
          <a:spcPct val="0"/>
        </a:spcAft>
        <a:buFont typeface="Arial" panose="020B0604020202020204" pitchFamily="34" charset="0"/>
        <a:buChar char="•"/>
        <a:defRPr sz="2600" kern="1200">
          <a:solidFill>
            <a:schemeClr val="tx1"/>
          </a:solidFill>
          <a:latin typeface="Arial" panose="020B0604020202020204" pitchFamily="34" charset="0"/>
          <a:ea typeface="+mn-ea"/>
          <a:cs typeface="Arial" panose="020B0604020202020204" pitchFamily="34" charset="0"/>
        </a:defRPr>
      </a:lvl2pPr>
      <a:lvl3pPr marL="1257300" indent="-250825" algn="l" rtl="0" eaLnBrk="0" fontAlgn="base" hangingPunct="0">
        <a:lnSpc>
          <a:spcPct val="90000"/>
        </a:lnSpc>
        <a:spcBef>
          <a:spcPts val="550"/>
        </a:spcBef>
        <a:spcAft>
          <a:spcPct val="0"/>
        </a:spcAft>
        <a:buFont typeface="Arial" panose="020B0604020202020204" pitchFamily="34" charset="0"/>
        <a:buChar char="•"/>
        <a:defRPr sz="2200" kern="1200">
          <a:solidFill>
            <a:schemeClr val="tx1"/>
          </a:solidFill>
          <a:latin typeface="Arial" panose="020B0604020202020204" pitchFamily="34" charset="0"/>
          <a:ea typeface="+mn-ea"/>
          <a:cs typeface="Arial" panose="020B0604020202020204" pitchFamily="34" charset="0"/>
        </a:defRPr>
      </a:lvl3pPr>
      <a:lvl4pPr marL="1758950" indent="-250825" algn="l" rtl="0" eaLnBrk="0" fontAlgn="base" hangingPunct="0">
        <a:lnSpc>
          <a:spcPct val="90000"/>
        </a:lnSpc>
        <a:spcBef>
          <a:spcPts val="550"/>
        </a:spcBef>
        <a:spcAft>
          <a:spcPct val="0"/>
        </a:spcAft>
        <a:buFont typeface="Arial" panose="020B0604020202020204" pitchFamily="34" charset="0"/>
        <a:buChar char="•"/>
        <a:defRPr kern="1200">
          <a:solidFill>
            <a:schemeClr val="tx1"/>
          </a:solidFill>
          <a:latin typeface="Arial" panose="020B0604020202020204" pitchFamily="34" charset="0"/>
          <a:ea typeface="+mn-ea"/>
          <a:cs typeface="Arial" panose="020B0604020202020204" pitchFamily="34" charset="0"/>
        </a:defRPr>
      </a:lvl4pPr>
      <a:lvl5pPr marL="2262188" indent="-250825" algn="l" rtl="0" eaLnBrk="0" fontAlgn="base" hangingPunct="0">
        <a:lnSpc>
          <a:spcPct val="90000"/>
        </a:lnSpc>
        <a:spcBef>
          <a:spcPts val="550"/>
        </a:spcBef>
        <a:spcAft>
          <a:spcPct val="0"/>
        </a:spcAft>
        <a:buFont typeface="Arial" panose="020B0604020202020204" pitchFamily="34" charset="0"/>
        <a:buChar char="•"/>
        <a:defRPr kern="1200">
          <a:solidFill>
            <a:schemeClr val="tx1"/>
          </a:solidFill>
          <a:latin typeface="Arial" panose="020B0604020202020204" pitchFamily="34" charset="0"/>
          <a:ea typeface="+mn-ea"/>
          <a:cs typeface="Arial" panose="020B0604020202020204" pitchFamily="34" charset="0"/>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840" rtl="0" eaLnBrk="1" latinLnBrk="0" hangingPunct="1">
        <a:defRPr sz="1980" kern="1200">
          <a:solidFill>
            <a:schemeClr val="tx1"/>
          </a:solidFill>
          <a:latin typeface="+mn-lt"/>
          <a:ea typeface="+mn-ea"/>
          <a:cs typeface="+mn-cs"/>
        </a:defRPr>
      </a:lvl1pPr>
      <a:lvl2pPr marL="502920" algn="l" defTabSz="1005840" rtl="0" eaLnBrk="1" latinLnBrk="0" hangingPunct="1">
        <a:defRPr sz="1980" kern="1200">
          <a:solidFill>
            <a:schemeClr val="tx1"/>
          </a:solidFill>
          <a:latin typeface="+mn-lt"/>
          <a:ea typeface="+mn-ea"/>
          <a:cs typeface="+mn-cs"/>
        </a:defRPr>
      </a:lvl2pPr>
      <a:lvl3pPr marL="1005840" algn="l" defTabSz="1005840" rtl="0" eaLnBrk="1" latinLnBrk="0" hangingPunct="1">
        <a:defRPr sz="1980" kern="1200">
          <a:solidFill>
            <a:schemeClr val="tx1"/>
          </a:solidFill>
          <a:latin typeface="+mn-lt"/>
          <a:ea typeface="+mn-ea"/>
          <a:cs typeface="+mn-cs"/>
        </a:defRPr>
      </a:lvl3pPr>
      <a:lvl4pPr marL="1508760" algn="l" defTabSz="1005840" rtl="0" eaLnBrk="1" latinLnBrk="0" hangingPunct="1">
        <a:defRPr sz="1980" kern="1200">
          <a:solidFill>
            <a:schemeClr val="tx1"/>
          </a:solidFill>
          <a:latin typeface="+mn-lt"/>
          <a:ea typeface="+mn-ea"/>
          <a:cs typeface="+mn-cs"/>
        </a:defRPr>
      </a:lvl4pPr>
      <a:lvl5pPr marL="2011680" algn="l" defTabSz="1005840" rtl="0" eaLnBrk="1" latinLnBrk="0" hangingPunct="1">
        <a:defRPr sz="1980" kern="1200">
          <a:solidFill>
            <a:schemeClr val="tx1"/>
          </a:solidFill>
          <a:latin typeface="+mn-lt"/>
          <a:ea typeface="+mn-ea"/>
          <a:cs typeface="+mn-cs"/>
        </a:defRPr>
      </a:lvl5pPr>
      <a:lvl6pPr marL="2514600" algn="l" defTabSz="1005840" rtl="0" eaLnBrk="1" latinLnBrk="0" hangingPunct="1">
        <a:defRPr sz="1980" kern="1200">
          <a:solidFill>
            <a:schemeClr val="tx1"/>
          </a:solidFill>
          <a:latin typeface="+mn-lt"/>
          <a:ea typeface="+mn-ea"/>
          <a:cs typeface="+mn-cs"/>
        </a:defRPr>
      </a:lvl6pPr>
      <a:lvl7pPr marL="3017520" algn="l" defTabSz="1005840" rtl="0" eaLnBrk="1" latinLnBrk="0" hangingPunct="1">
        <a:defRPr sz="1980" kern="1200">
          <a:solidFill>
            <a:schemeClr val="tx1"/>
          </a:solidFill>
          <a:latin typeface="+mn-lt"/>
          <a:ea typeface="+mn-ea"/>
          <a:cs typeface="+mn-cs"/>
        </a:defRPr>
      </a:lvl7pPr>
      <a:lvl8pPr marL="3520440" algn="l" defTabSz="1005840" rtl="0" eaLnBrk="1" latinLnBrk="0" hangingPunct="1">
        <a:defRPr sz="1980" kern="1200">
          <a:solidFill>
            <a:schemeClr val="tx1"/>
          </a:solidFill>
          <a:latin typeface="+mn-lt"/>
          <a:ea typeface="+mn-ea"/>
          <a:cs typeface="+mn-cs"/>
        </a:defRPr>
      </a:lvl8pPr>
      <a:lvl9pPr marL="4023360" algn="l" defTabSz="1005840"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ctrTitle"/>
          </p:nvPr>
        </p:nvSpPr>
        <p:spPr>
          <a:xfrm>
            <a:off x="340867" y="5737364"/>
            <a:ext cx="7738261" cy="719307"/>
          </a:xfrm>
        </p:spPr>
        <p:txBody>
          <a:bodyPr>
            <a:normAutofit/>
          </a:bodyPr>
          <a:lstStyle/>
          <a:p>
            <a:pPr marL="0" indent="71438" eaLnBrk="1" hangingPunct="1"/>
            <a:r>
              <a:rPr lang="en-US" altLang="zh-CN" sz="2800" dirty="0">
                <a:latin typeface="Arial" panose="020B0604020202020204" pitchFamily="34" charset="0"/>
              </a:rPr>
              <a:t>Exercise 6: Agile: Initial Architecture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So what do we mean by “…Initial Architecture…”?</a:t>
            </a:r>
          </a:p>
        </p:txBody>
      </p:sp>
      <p:sp>
        <p:nvSpPr>
          <p:cNvPr id="6" name="Content Placeholder 5">
            <a:extLst>
              <a:ext uri="{FF2B5EF4-FFF2-40B4-BE49-F238E27FC236}">
                <a16:creationId xmlns:a16="http://schemas.microsoft.com/office/drawing/2014/main" id="{0562AAC2-016D-42D4-AA6F-762F6CA10D1B}"/>
              </a:ext>
            </a:extLst>
          </p:cNvPr>
          <p:cNvSpPr>
            <a:spLocks noGrp="1"/>
          </p:cNvSpPr>
          <p:nvPr>
            <p:ph idx="1"/>
          </p:nvPr>
        </p:nvSpPr>
        <p:spPr>
          <a:xfrm>
            <a:off x="335280" y="1297559"/>
            <a:ext cx="2746684" cy="2672862"/>
          </a:xfrm>
        </p:spPr>
        <p:txBody>
          <a:bodyPr>
            <a:normAutofit/>
          </a:bodyPr>
          <a:lstStyle/>
          <a:p>
            <a:pPr>
              <a:buClrTx/>
              <a:buFont typeface="Wingdings" panose="05000000000000000000" pitchFamily="2" charset="2"/>
              <a:buChar char="§"/>
            </a:pPr>
            <a:r>
              <a:rPr lang="en-US" sz="2000" dirty="0"/>
              <a:t>Identify high-level scope</a:t>
            </a:r>
          </a:p>
          <a:p>
            <a:pPr>
              <a:buClrTx/>
              <a:buFont typeface="Wingdings" panose="05000000000000000000" pitchFamily="2" charset="2"/>
              <a:buChar char="§"/>
            </a:pPr>
            <a:r>
              <a:rPr lang="en-US" sz="2000" dirty="0"/>
              <a:t>Identify initial requirements</a:t>
            </a:r>
          </a:p>
          <a:p>
            <a:pPr>
              <a:buClrTx/>
              <a:buFont typeface="Wingdings" panose="05000000000000000000" pitchFamily="2" charset="2"/>
              <a:buChar char="§"/>
            </a:pPr>
            <a:r>
              <a:rPr lang="en-US" sz="2000" dirty="0"/>
              <a:t>Identify and architecture vision</a:t>
            </a:r>
            <a:endParaRPr lang="en-AU" sz="2000" dirty="0"/>
          </a:p>
        </p:txBody>
      </p:sp>
      <p:pic>
        <p:nvPicPr>
          <p:cNvPr id="4" name="Picture 2" descr="Agile Enterprise Architecture Proces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44129" y="1225215"/>
            <a:ext cx="5301561" cy="3136923"/>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Rounded Corners 7">
            <a:extLst>
              <a:ext uri="{FF2B5EF4-FFF2-40B4-BE49-F238E27FC236}">
                <a16:creationId xmlns:a16="http://schemas.microsoft.com/office/drawing/2014/main" id="{E35F1048-02CC-471F-A93F-26617E0AC139}"/>
              </a:ext>
            </a:extLst>
          </p:cNvPr>
          <p:cNvSpPr/>
          <p:nvPr/>
        </p:nvSpPr>
        <p:spPr>
          <a:xfrm>
            <a:off x="3179061" y="2027796"/>
            <a:ext cx="1228048" cy="994373"/>
          </a:xfrm>
          <a:prstGeom prst="roundRect">
            <a:avLst/>
          </a:prstGeom>
          <a:noFill/>
          <a:ln w="57150"/>
        </p:spPr>
        <p:style>
          <a:lnRef idx="2">
            <a:schemeClr val="accent2"/>
          </a:lnRef>
          <a:fillRef idx="1">
            <a:schemeClr val="lt1"/>
          </a:fillRef>
          <a:effectRef idx="0">
            <a:schemeClr val="accent2"/>
          </a:effectRef>
          <a:fontRef idx="minor">
            <a:schemeClr val="dk1"/>
          </a:fontRef>
        </p:style>
        <p:txBody>
          <a:bodyPr rtlCol="0" anchor="ctr"/>
          <a:lstStyle/>
          <a:p>
            <a:pPr algn="ctr"/>
            <a:endParaRPr lang="en-AU"/>
          </a:p>
        </p:txBody>
      </p:sp>
      <p:sp>
        <p:nvSpPr>
          <p:cNvPr id="10" name="Rectangle: Rounded Corners 9">
            <a:extLst>
              <a:ext uri="{FF2B5EF4-FFF2-40B4-BE49-F238E27FC236}">
                <a16:creationId xmlns:a16="http://schemas.microsoft.com/office/drawing/2014/main" id="{BA5B48A7-EE77-4E0B-8018-A46D9A65F71D}"/>
              </a:ext>
            </a:extLst>
          </p:cNvPr>
          <p:cNvSpPr/>
          <p:nvPr/>
        </p:nvSpPr>
        <p:spPr>
          <a:xfrm>
            <a:off x="951677" y="5632785"/>
            <a:ext cx="2506216" cy="492819"/>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dirty="0"/>
              <a:t>Initial Requirements</a:t>
            </a:r>
          </a:p>
        </p:txBody>
      </p:sp>
      <p:sp>
        <p:nvSpPr>
          <p:cNvPr id="11" name="Rectangle: Rounded Corners 10">
            <a:extLst>
              <a:ext uri="{FF2B5EF4-FFF2-40B4-BE49-F238E27FC236}">
                <a16:creationId xmlns:a16="http://schemas.microsoft.com/office/drawing/2014/main" id="{FCADFCB0-C819-4D0A-961D-8AD4FF95B164}"/>
              </a:ext>
            </a:extLst>
          </p:cNvPr>
          <p:cNvSpPr/>
          <p:nvPr/>
        </p:nvSpPr>
        <p:spPr>
          <a:xfrm>
            <a:off x="936894" y="6213791"/>
            <a:ext cx="2520999" cy="638347"/>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dirty="0"/>
              <a:t>Architecture-on-a-page with annotations</a:t>
            </a:r>
          </a:p>
        </p:txBody>
      </p:sp>
      <p:sp>
        <p:nvSpPr>
          <p:cNvPr id="12" name="Rectangle: Rounded Corners 11">
            <a:extLst>
              <a:ext uri="{FF2B5EF4-FFF2-40B4-BE49-F238E27FC236}">
                <a16:creationId xmlns:a16="http://schemas.microsoft.com/office/drawing/2014/main" id="{675ED424-ABD1-4A9D-99A9-42F936ED3C4B}"/>
              </a:ext>
            </a:extLst>
          </p:cNvPr>
          <p:cNvSpPr/>
          <p:nvPr/>
        </p:nvSpPr>
        <p:spPr>
          <a:xfrm>
            <a:off x="837106" y="4556502"/>
            <a:ext cx="2746684" cy="2464228"/>
          </a:xfrm>
          <a:prstGeom prst="roundRect">
            <a:avLst/>
          </a:prstGeom>
          <a:noFill/>
          <a:ln w="57150"/>
        </p:spPr>
        <p:style>
          <a:lnRef idx="2">
            <a:schemeClr val="accent2"/>
          </a:lnRef>
          <a:fillRef idx="1">
            <a:schemeClr val="lt1"/>
          </a:fillRef>
          <a:effectRef idx="0">
            <a:schemeClr val="accent2"/>
          </a:effectRef>
          <a:fontRef idx="minor">
            <a:schemeClr val="dk1"/>
          </a:fontRef>
        </p:style>
        <p:txBody>
          <a:bodyPr rtlCol="0" anchor="t" anchorCtr="0"/>
          <a:lstStyle/>
          <a:p>
            <a:pPr algn="ctr"/>
            <a:r>
              <a:rPr lang="en-US" sz="2000" dirty="0"/>
              <a:t>Design Thinking / Scoping Workshops</a:t>
            </a:r>
          </a:p>
          <a:p>
            <a:pPr algn="ctr"/>
            <a:r>
              <a:rPr lang="en-US" sz="2000" b="1" dirty="0">
                <a:effectLst>
                  <a:outerShdw blurRad="38100" dist="38100" dir="2700000" algn="tl">
                    <a:srgbClr val="000000">
                      <a:alpha val="43137"/>
                    </a:srgbClr>
                  </a:outerShdw>
                </a:effectLst>
              </a:rPr>
              <a:t>2-3 days</a:t>
            </a:r>
            <a:endParaRPr lang="en-AU" sz="2000" b="1" dirty="0">
              <a:effectLst>
                <a:outerShdw blurRad="38100" dist="38100" dir="2700000" algn="tl">
                  <a:srgbClr val="000000">
                    <a:alpha val="43137"/>
                  </a:srgbClr>
                </a:outerShdw>
              </a:effectLst>
            </a:endParaRPr>
          </a:p>
        </p:txBody>
      </p:sp>
      <p:sp>
        <p:nvSpPr>
          <p:cNvPr id="13" name="Rectangle: Rounded Corners 12">
            <a:extLst>
              <a:ext uri="{FF2B5EF4-FFF2-40B4-BE49-F238E27FC236}">
                <a16:creationId xmlns:a16="http://schemas.microsoft.com/office/drawing/2014/main" id="{CB3722E5-DAA0-4801-A332-3FEFFB5C5DC9}"/>
              </a:ext>
            </a:extLst>
          </p:cNvPr>
          <p:cNvSpPr/>
          <p:nvPr/>
        </p:nvSpPr>
        <p:spPr>
          <a:xfrm>
            <a:off x="3850569" y="5788616"/>
            <a:ext cx="2369339" cy="9144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dirty="0"/>
              <a:t>Initial Architecture</a:t>
            </a:r>
            <a:endParaRPr lang="en-AU" sz="1800" dirty="0"/>
          </a:p>
        </p:txBody>
      </p:sp>
      <p:sp>
        <p:nvSpPr>
          <p:cNvPr id="15" name="Rectangle: Rounded Corners 14">
            <a:extLst>
              <a:ext uri="{FF2B5EF4-FFF2-40B4-BE49-F238E27FC236}">
                <a16:creationId xmlns:a16="http://schemas.microsoft.com/office/drawing/2014/main" id="{28379478-0F8D-4E76-99EC-06FAD2AA02F6}"/>
              </a:ext>
            </a:extLst>
          </p:cNvPr>
          <p:cNvSpPr/>
          <p:nvPr/>
        </p:nvSpPr>
        <p:spPr>
          <a:xfrm>
            <a:off x="3709348" y="4556502"/>
            <a:ext cx="2651783" cy="2464228"/>
          </a:xfrm>
          <a:prstGeom prst="roundRect">
            <a:avLst/>
          </a:prstGeom>
          <a:noFill/>
          <a:ln w="57150"/>
        </p:spPr>
        <p:style>
          <a:lnRef idx="2">
            <a:schemeClr val="accent2"/>
          </a:lnRef>
          <a:fillRef idx="1">
            <a:schemeClr val="lt1"/>
          </a:fillRef>
          <a:effectRef idx="0">
            <a:schemeClr val="accent2"/>
          </a:effectRef>
          <a:fontRef idx="minor">
            <a:schemeClr val="dk1"/>
          </a:fontRef>
        </p:style>
        <p:txBody>
          <a:bodyPr rtlCol="0" anchor="t" anchorCtr="0"/>
          <a:lstStyle/>
          <a:p>
            <a:pPr algn="ctr"/>
            <a:r>
              <a:rPr lang="en-US" sz="2000" dirty="0"/>
              <a:t>Project Initiation / Feasibility / Sprint 0</a:t>
            </a:r>
          </a:p>
          <a:p>
            <a:pPr algn="ctr"/>
            <a:r>
              <a:rPr lang="en-US" sz="2000" b="1" dirty="0">
                <a:effectLst>
                  <a:outerShdw blurRad="38100" dist="38100" dir="2700000" algn="tl">
                    <a:srgbClr val="000000">
                      <a:alpha val="43137"/>
                    </a:srgbClr>
                  </a:outerShdw>
                </a:effectLst>
              </a:rPr>
              <a:t>1 – 2 weeks</a:t>
            </a:r>
            <a:endParaRPr lang="en-AU" sz="2000" b="1" dirty="0">
              <a:effectLst>
                <a:outerShdw blurRad="38100" dist="38100" dir="2700000" algn="tl">
                  <a:srgbClr val="000000">
                    <a:alpha val="43137"/>
                  </a:srgbClr>
                </a:outerShdw>
              </a:effectLst>
            </a:endParaRPr>
          </a:p>
        </p:txBody>
      </p:sp>
      <p:cxnSp>
        <p:nvCxnSpPr>
          <p:cNvPr id="17" name="Straight Arrow Connector 16">
            <a:extLst>
              <a:ext uri="{FF2B5EF4-FFF2-40B4-BE49-F238E27FC236}">
                <a16:creationId xmlns:a16="http://schemas.microsoft.com/office/drawing/2014/main" id="{8D3761C1-FFBB-4815-86B5-3AF90DC32B9B}"/>
              </a:ext>
            </a:extLst>
          </p:cNvPr>
          <p:cNvCxnSpPr>
            <a:cxnSpLocks/>
            <a:stCxn id="8" idx="2"/>
            <a:endCxn id="12" idx="0"/>
          </p:cNvCxnSpPr>
          <p:nvPr/>
        </p:nvCxnSpPr>
        <p:spPr>
          <a:xfrm flipH="1">
            <a:off x="2210448" y="3022169"/>
            <a:ext cx="1582637" cy="1534333"/>
          </a:xfrm>
          <a:prstGeom prst="straightConnector1">
            <a:avLst/>
          </a:prstGeom>
          <a:ln w="412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F73843AE-479F-48C5-9D07-16C43DA57D18}"/>
              </a:ext>
            </a:extLst>
          </p:cNvPr>
          <p:cNvCxnSpPr>
            <a:cxnSpLocks/>
            <a:stCxn id="8" idx="2"/>
            <a:endCxn id="15" idx="0"/>
          </p:cNvCxnSpPr>
          <p:nvPr/>
        </p:nvCxnSpPr>
        <p:spPr>
          <a:xfrm>
            <a:off x="3793085" y="3022169"/>
            <a:ext cx="1242155" cy="1534333"/>
          </a:xfrm>
          <a:prstGeom prst="straightConnector1">
            <a:avLst/>
          </a:prstGeom>
          <a:ln w="412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060476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noFill/>
        </p:spPr>
        <p:txBody>
          <a:bodyPr lIns="99397" tIns="49698" rIns="99397" bIns="49698">
            <a:normAutofit/>
          </a:bodyPr>
          <a:lstStyle/>
          <a:p>
            <a:pPr marL="0" indent="0" defTabSz="912813" eaLnBrk="1" hangingPunct="1"/>
            <a:r>
              <a:rPr lang="en-GB" altLang="en-US" sz="2400" dirty="0"/>
              <a:t>Exercise 6: Agile – architecture-on-a-page</a:t>
            </a:r>
            <a:endParaRPr lang="en-US" altLang="en-US" sz="2400" dirty="0"/>
          </a:p>
        </p:txBody>
      </p:sp>
      <p:sp>
        <p:nvSpPr>
          <p:cNvPr id="8195" name="Rectangle 3"/>
          <p:cNvSpPr>
            <a:spLocks noGrp="1" noChangeArrowheads="1"/>
          </p:cNvSpPr>
          <p:nvPr>
            <p:ph idx="1"/>
          </p:nvPr>
        </p:nvSpPr>
        <p:spPr>
          <a:xfrm>
            <a:off x="335280" y="1297559"/>
            <a:ext cx="9361018" cy="5566228"/>
          </a:xfrm>
        </p:spPr>
        <p:txBody>
          <a:bodyPr>
            <a:normAutofit/>
          </a:bodyPr>
          <a:lstStyle/>
          <a:p>
            <a:pPr marL="0" indent="0" eaLnBrk="1" hangingPunct="1">
              <a:lnSpc>
                <a:spcPct val="100000"/>
              </a:lnSpc>
              <a:buFont typeface="Wingdings" panose="05000000000000000000" pitchFamily="2" charset="2"/>
              <a:buNone/>
            </a:pPr>
            <a:r>
              <a:rPr lang="en-GB" altLang="en-US" sz="1800" dirty="0"/>
              <a:t>During this exercise we want you to create a complete two viewpoints in line with recommendations on </a:t>
            </a:r>
            <a:r>
              <a:rPr lang="en-GB" altLang="en-US" sz="1800" b="1" dirty="0"/>
              <a:t>“initial architecture’:</a:t>
            </a:r>
          </a:p>
          <a:p>
            <a:pPr eaLnBrk="1" hangingPunct="1">
              <a:lnSpc>
                <a:spcPct val="100000"/>
              </a:lnSpc>
            </a:pPr>
            <a:r>
              <a:rPr lang="en-GB" altLang="en-US" sz="1600" dirty="0"/>
              <a:t>Architecture-on-a-page</a:t>
            </a:r>
          </a:p>
          <a:p>
            <a:pPr eaLnBrk="1" hangingPunct="1">
              <a:lnSpc>
                <a:spcPct val="100000"/>
              </a:lnSpc>
            </a:pPr>
            <a:r>
              <a:rPr lang="en-GB" altLang="en-US" sz="1600" dirty="0"/>
              <a:t>Initial Security Viewpoint</a:t>
            </a:r>
          </a:p>
          <a:p>
            <a:pPr eaLnBrk="1" hangingPunct="1">
              <a:lnSpc>
                <a:spcPct val="100000"/>
              </a:lnSpc>
            </a:pPr>
            <a:endParaRPr lang="en-GB" altLang="en-US" sz="1600" dirty="0"/>
          </a:p>
          <a:p>
            <a:pPr marL="0" indent="0" eaLnBrk="1" hangingPunct="1">
              <a:lnSpc>
                <a:spcPct val="100000"/>
              </a:lnSpc>
              <a:buNone/>
            </a:pPr>
            <a:r>
              <a:rPr lang="en-GB" altLang="en-US" sz="1600" b="1" dirty="0"/>
              <a:t>Use</a:t>
            </a:r>
            <a:r>
              <a:rPr lang="en-GB" altLang="en-US" sz="1600" dirty="0"/>
              <a:t>:</a:t>
            </a:r>
          </a:p>
          <a:p>
            <a:pPr eaLnBrk="1" hangingPunct="1">
              <a:lnSpc>
                <a:spcPct val="100000"/>
              </a:lnSpc>
            </a:pPr>
            <a:r>
              <a:rPr lang="en-GB" altLang="en-US" sz="1600" dirty="0"/>
              <a:t>ATW Case Study Background</a:t>
            </a:r>
          </a:p>
          <a:p>
            <a:pPr eaLnBrk="1" hangingPunct="1">
              <a:lnSpc>
                <a:spcPct val="100000"/>
              </a:lnSpc>
            </a:pPr>
            <a:r>
              <a:rPr lang="en-GB" altLang="en-US" sz="1600" dirty="0"/>
              <a:t>Examples from the lecture materials</a:t>
            </a:r>
          </a:p>
          <a:p>
            <a:pPr eaLnBrk="1" hangingPunct="1">
              <a:lnSpc>
                <a:spcPct val="100000"/>
              </a:lnSpc>
            </a:pPr>
            <a:r>
              <a:rPr lang="en-GB" altLang="en-US" sz="1600" dirty="0"/>
              <a:t>Ensure all critical elements are covered</a:t>
            </a:r>
          </a:p>
          <a:p>
            <a:pPr marL="0" indent="0" eaLnBrk="1" hangingPunct="1">
              <a:lnSpc>
                <a:spcPct val="100000"/>
              </a:lnSpc>
              <a:buFont typeface="Wingdings" panose="05000000000000000000" pitchFamily="2" charset="2"/>
              <a:buNone/>
            </a:pPr>
            <a:endParaRPr lang="en-GB" altLang="en-US" sz="1600" dirty="0"/>
          </a:p>
          <a:p>
            <a:pPr marL="0" indent="0" eaLnBrk="1" hangingPunct="1">
              <a:lnSpc>
                <a:spcPct val="100000"/>
              </a:lnSpc>
              <a:buFont typeface="Wingdings" panose="05000000000000000000" pitchFamily="2" charset="2"/>
              <a:buNone/>
            </a:pPr>
            <a:r>
              <a:rPr lang="en-GB" altLang="en-US" sz="1600" b="1" dirty="0"/>
              <a:t>Be ready with:</a:t>
            </a:r>
          </a:p>
          <a:p>
            <a:pPr marL="0" indent="0" eaLnBrk="1" hangingPunct="1">
              <a:lnSpc>
                <a:spcPct val="100000"/>
              </a:lnSpc>
              <a:buFont typeface="Wingdings" panose="05000000000000000000" pitchFamily="2" charset="2"/>
              <a:buNone/>
            </a:pPr>
            <a:r>
              <a:rPr lang="en-GB" altLang="en-US" sz="1600" dirty="0"/>
              <a:t>Two viewpoints from initial architecture</a:t>
            </a:r>
          </a:p>
          <a:p>
            <a:pPr marL="0" indent="0" eaLnBrk="1" hangingPunct="1">
              <a:lnSpc>
                <a:spcPct val="100000"/>
              </a:lnSpc>
              <a:buFont typeface="Wingdings" panose="05000000000000000000" pitchFamily="2" charset="2"/>
              <a:buNone/>
            </a:pPr>
            <a:r>
              <a:rPr lang="en-GB" altLang="en-US" sz="1600" dirty="0">
                <a:solidFill>
                  <a:srgbClr val="C00000"/>
                </a:solidFill>
              </a:rPr>
              <a:t>Use PowerPoint to document your viewpoints</a:t>
            </a:r>
          </a:p>
          <a:p>
            <a:pPr marL="0" indent="0" eaLnBrk="1" hangingPunct="1">
              <a:lnSpc>
                <a:spcPct val="100000"/>
              </a:lnSpc>
              <a:buFont typeface="Wingdings" panose="05000000000000000000" pitchFamily="2" charset="2"/>
              <a:buNone/>
            </a:pPr>
            <a:endParaRPr lang="en-GB" altLang="en-US" sz="1600" dirty="0"/>
          </a:p>
          <a:p>
            <a:pPr marL="0" indent="0" eaLnBrk="1" hangingPunct="1">
              <a:lnSpc>
                <a:spcPct val="100000"/>
              </a:lnSpc>
              <a:buFont typeface="Wingdings" panose="05000000000000000000" pitchFamily="2" charset="2"/>
              <a:buNone/>
            </a:pPr>
            <a:endParaRPr lang="en-GB" altLang="en-US" sz="1600" dirty="0"/>
          </a:p>
          <a:p>
            <a:pPr eaLnBrk="1" hangingPunct="1">
              <a:lnSpc>
                <a:spcPct val="80000"/>
              </a:lnSpc>
              <a:spcBef>
                <a:spcPct val="45000"/>
              </a:spcBef>
              <a:buClr>
                <a:schemeClr val="accent2"/>
              </a:buClr>
              <a:buSzPct val="75000"/>
              <a:buNone/>
            </a:pPr>
            <a:endParaRPr lang="en-GB" alt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idx="4294967295"/>
          </p:nvPr>
        </p:nvSpPr>
        <p:spPr>
          <a:xfrm>
            <a:off x="387458" y="3549112"/>
            <a:ext cx="8453438" cy="881063"/>
          </a:xfrm>
        </p:spPr>
        <p:txBody>
          <a:bodyPr/>
          <a:lstStyle/>
          <a:p>
            <a:pPr indent="0" eaLnBrk="1" hangingPunct="1">
              <a:lnSpc>
                <a:spcPct val="90000"/>
              </a:lnSpc>
            </a:pPr>
            <a:r>
              <a:rPr lang="en-US" altLang="en-US" b="1" dirty="0">
                <a:solidFill>
                  <a:schemeClr val="bg1"/>
                </a:solidFill>
              </a:rPr>
              <a:t>THANK YOU</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Office\Templates\AT Presentation TemplateV3.pot</Template>
  <TotalTime>14125</TotalTime>
  <Words>120</Words>
  <Application>Microsoft Office PowerPoint</Application>
  <PresentationFormat>Custom</PresentationFormat>
  <Paragraphs>30</Paragraphs>
  <Slides>4</Slides>
  <Notes>3</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vt:i4>
      </vt:variant>
    </vt:vector>
  </HeadingPairs>
  <TitlesOfParts>
    <vt:vector size="15" baseType="lpstr">
      <vt:lpstr>等线</vt:lpstr>
      <vt:lpstr>等线 Light</vt:lpstr>
      <vt:lpstr>ＭＳ Ｐゴシック</vt:lpstr>
      <vt:lpstr>ＭＳ Ｐゴシック</vt:lpstr>
      <vt:lpstr>SimSun</vt:lpstr>
      <vt:lpstr>SimSun</vt:lpstr>
      <vt:lpstr>Arial</vt:lpstr>
      <vt:lpstr>Calibri</vt:lpstr>
      <vt:lpstr>Times New Roman</vt:lpstr>
      <vt:lpstr>Wingdings</vt:lpstr>
      <vt:lpstr>Office Theme</vt:lpstr>
      <vt:lpstr>Exercise 6: Agile: Initial Architecture</vt:lpstr>
      <vt:lpstr>So what do we mean by “…Initial Architecture…”?</vt:lpstr>
      <vt:lpstr>Exercise 6: Agile – architecture-on-a-page</vt:lpstr>
      <vt:lpstr>THANK YOU</vt:lpstr>
    </vt:vector>
  </TitlesOfParts>
  <Manager/>
  <Company>IBM</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Architectural Thinking</dc:title>
  <dc:subject/>
  <dc:creator>IBM Architect Profession</dc:creator>
  <cp:keywords/>
  <dc:description/>
  <cp:lastModifiedBy>MARIO GAON</cp:lastModifiedBy>
  <cp:revision>710</cp:revision>
  <dcterms:created xsi:type="dcterms:W3CDTF">2002-04-19T19:47:12Z</dcterms:created>
  <dcterms:modified xsi:type="dcterms:W3CDTF">2019-05-07T09:55:30Z</dcterms:modified>
  <cp:category/>
</cp:coreProperties>
</file>